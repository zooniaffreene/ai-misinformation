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1"/>
  </p:sldMasterIdLst>
  <p:sldIdLst>
    <p:sldId id="258" r:id="rId2"/>
  </p:sldIdLst>
  <p:sldSz cx="43891200" cy="32918400"/>
  <p:notesSz cx="6858000" cy="9144000"/>
  <p:embeddedFontLst>
    <p:embeddedFont>
      <p:font typeface="Amaranth" panose="020B0604020202020204" charset="0"/>
      <p:regular r:id="rId3"/>
    </p:embeddedFont>
    <p:embeddedFont>
      <p:font typeface="Arial Nova Light" panose="020B0304020202020204" pitchFamily="34" charset="0"/>
      <p:regular r:id="rId4"/>
      <p:italic r:id="rId5"/>
    </p:embeddedFont>
    <p:embeddedFont>
      <p:font typeface="Titillium Web" panose="00000500000000000000" pitchFamily="2" charset="0"/>
      <p:regular r:id="rId6"/>
      <p:bold r:id="rId7"/>
      <p:italic r:id="rId8"/>
      <p:boldItalic r:id="rId9"/>
    </p:embeddedFont>
    <p:embeddedFont>
      <p:font typeface="Urdu Typesetting" panose="03020402040406030203" pitchFamily="66" charset="-78"/>
      <p:regular r:id="rId10"/>
      <p:bold r:id="rId11"/>
    </p:embeddedFont>
  </p:embeddedFontLst>
  <p:custDataLst>
    <p:tags r:id="rId1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userDrawn="1">
          <p15:clr>
            <a:srgbClr val="A4A3A4"/>
          </p15:clr>
        </p15:guide>
        <p15:guide id="2" pos="1382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7798E6-0FB2-4A62-B9D5-0C86D86E2175}" v="226" dt="2026-08-13T09:54:28.5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0368"/>
        <p:guide pos="13824"/>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6.fntdata"/><Relationship Id="rId13" Type="http://schemas.openxmlformats.org/officeDocument/2006/relationships/presProps" Target="presProps.xml"/><Relationship Id="rId3" Type="http://schemas.openxmlformats.org/officeDocument/2006/relationships/font" Target="fonts/font1.fntdata"/><Relationship Id="rId7" Type="http://schemas.openxmlformats.org/officeDocument/2006/relationships/font" Target="fonts/font5.fntdata"/><Relationship Id="rId12" Type="http://schemas.openxmlformats.org/officeDocument/2006/relationships/tags" Target="tags/tag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font" Target="fonts/font4.fntdata"/><Relationship Id="rId11" Type="http://schemas.openxmlformats.org/officeDocument/2006/relationships/font" Target="fonts/font9.fntdata"/><Relationship Id="rId5" Type="http://schemas.openxmlformats.org/officeDocument/2006/relationships/font" Target="fonts/font3.fntdata"/><Relationship Id="rId15" Type="http://schemas.openxmlformats.org/officeDocument/2006/relationships/theme" Target="theme/theme1.xml"/><Relationship Id="rId10" Type="http://schemas.openxmlformats.org/officeDocument/2006/relationships/font" Target="fonts/font8.fntdata"/><Relationship Id="rId4" Type="http://schemas.openxmlformats.org/officeDocument/2006/relationships/font" Target="fonts/font2.fntdata"/><Relationship Id="rId9" Type="http://schemas.openxmlformats.org/officeDocument/2006/relationships/font" Target="fonts/font7.fntdata"/><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24442" y="-5"/>
            <a:ext cx="43891204" cy="32918400"/>
          </a:xfrm>
          <a:blipFill>
            <a:blip r:embed="rId2">
              <a:alphaModFix amt="70000"/>
            </a:blip>
            <a:stretch>
              <a:fillRect/>
            </a:stretch>
          </a:blipFill>
        </p:spPr>
        <p:txBody>
          <a:bodyPr/>
          <a:lstStyle>
            <a:lvl1pPr>
              <a:defRPr/>
            </a:lvl1pPr>
          </a:lstStyle>
          <a:p>
            <a:r>
              <a:rPr lang="en-US"/>
              <a:t>   </a:t>
            </a: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2"/>
            <a:ext cx="21945600" cy="32918395"/>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18000"/>
            </a:lvl1pPr>
          </a:lstStyle>
          <a:p>
            <a:r>
              <a:rPr lang="en-US"/>
              <a:t>Click to edit Master title style</a:t>
            </a:r>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11529067"/>
            <a:ext cx="21945600" cy="21389338"/>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5040" dirty="0"/>
            </a:lvl1pPr>
          </a:lstStyle>
          <a:p>
            <a:pPr lvl="0"/>
            <a:r>
              <a:rPr lang="en-US"/>
              <a:t>Click to edit Master subtitle style</a:t>
            </a:r>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143CEBCA-7401-4C45-9EA2-96F31AFFE866}" type="datetimeFigureOut">
              <a:rPr lang="en-US" smtClean="0"/>
              <a:t>8/13/2026</a:t>
            </a:fld>
            <a:endParaRPr lang="en-US"/>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endParaRPr lang="en-US"/>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0D3E43A0-C0C4-48C9-8A6F-103B85D8B0CD}" type="slidenum">
              <a:rPr lang="en-US" smtClean="0"/>
              <a:t>‹#›</a:t>
            </a:fld>
            <a:endParaRPr lang="en-US"/>
          </a:p>
        </p:txBody>
      </p:sp>
    </p:spTree>
    <p:extLst>
      <p:ext uri="{BB962C8B-B14F-4D97-AF65-F5344CB8AC3E}">
        <p14:creationId xmlns:p14="http://schemas.microsoft.com/office/powerpoint/2010/main" val="1106775099"/>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6309" y="3466954"/>
            <a:ext cx="35388061" cy="3511296"/>
          </a:xfrm>
        </p:spPr>
        <p:txBody>
          <a:bodyPr anchor="b">
            <a:normAutofit/>
          </a:bodyPr>
          <a:lstStyle>
            <a:lvl1pPr>
              <a:defRPr sz="1008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143CEBCA-7401-4C45-9EA2-96F31AFFE866}" type="datetimeFigureOut">
              <a:rPr lang="en-US" smtClean="0"/>
              <a:t>8/13/2026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0D3E43A0-C0C4-48C9-8A6F-103B85D8B0CD}"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1086307" y="9656064"/>
            <a:ext cx="41049245" cy="2106777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F14132CA-3777-075A-ECC4-B9DEFA9B3CEB}"/>
              </a:ext>
            </a:extLst>
          </p:cNvPr>
          <p:cNvCxnSpPr>
            <a:cxnSpLocks/>
          </p:cNvCxnSpPr>
          <p:nvPr/>
        </p:nvCxnSpPr>
        <p:spPr>
          <a:xfrm flipH="1">
            <a:off x="1420978" y="8183213"/>
            <a:ext cx="41049245"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4494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43891200" cy="32918400"/>
          </a:xfrm>
          <a:blipFill>
            <a:blip r:embed="rId2">
              <a:alphaModFix amt="70000"/>
            </a:blip>
            <a:stretch>
              <a:fillRect l="-2" t="-1" b="-19091"/>
            </a:stretch>
          </a:blipFill>
        </p:spPr>
        <p:txBody>
          <a:bodyPr/>
          <a:lstStyle>
            <a:lvl1pPr>
              <a:defRPr/>
            </a:lvl1pPr>
          </a:lstStyle>
          <a:p>
            <a:r>
              <a:rPr lang="en-US"/>
              <a:t>   </a:t>
            </a: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21945600" y="-2"/>
            <a:ext cx="21945600" cy="32918395"/>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15120"/>
            </a:lvl1pPr>
          </a:lstStyle>
          <a:p>
            <a:r>
              <a:rPr lang="en-US"/>
              <a:t>Click to edit Master title style</a:t>
            </a:r>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18008302" y="20310425"/>
            <a:ext cx="25882898" cy="12607973"/>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504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27432002" y="1009498"/>
            <a:ext cx="5303524" cy="1755648"/>
          </a:xfrm>
        </p:spPr>
        <p:txBody>
          <a:bodyPr/>
          <a:lstStyle/>
          <a:p>
            <a:fld id="{143CEBCA-7401-4C45-9EA2-96F31AFFE866}" type="datetimeFigureOut">
              <a:rPr lang="en-US" smtClean="0"/>
              <a:t>8/13/2026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32993717" y="1009498"/>
            <a:ext cx="7852864" cy="1755648"/>
          </a:xfrm>
        </p:spPr>
        <p:txBody>
          <a:bodyPr/>
          <a:lstStyle/>
          <a:p>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41211761" y="1009498"/>
            <a:ext cx="1615698" cy="1755648"/>
          </a:xfrm>
        </p:spPr>
        <p:txBody>
          <a:bodyPr/>
          <a:lstStyle/>
          <a:p>
            <a:fld id="{0D3E43A0-C0C4-48C9-8A6F-103B85D8B0CD}" type="slidenum">
              <a:rPr lang="en-US" smtClean="0"/>
              <a:t>‹#›</a:t>
            </a:fld>
            <a:endParaRPr lang="en-US"/>
          </a:p>
        </p:txBody>
      </p:sp>
    </p:spTree>
    <p:extLst>
      <p:ext uri="{BB962C8B-B14F-4D97-AF65-F5344CB8AC3E}">
        <p14:creationId xmlns:p14="http://schemas.microsoft.com/office/powerpoint/2010/main" val="830452591"/>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987552" y="5439427"/>
            <a:ext cx="41873321" cy="8763235"/>
          </a:xfrm>
        </p:spPr>
        <p:txBody>
          <a:bodyPr anchor="t"/>
          <a:lstStyle>
            <a:lvl1pPr>
              <a:defRPr sz="180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1086304" y="25685885"/>
            <a:ext cx="26049434" cy="3702125"/>
          </a:xfrm>
          <a:noFill/>
        </p:spPr>
        <p:txBody>
          <a:bodyPr vert="horz" lIns="91440" tIns="45720" rIns="91440" bIns="45720" rtlCol="0" anchor="t">
            <a:noAutofit/>
          </a:bodyPr>
          <a:lstStyle>
            <a:lvl1pPr marL="0" indent="0">
              <a:buNone/>
              <a:defRPr lang="en-US" sz="6480" dirty="0"/>
            </a:lvl1pPr>
          </a:lstStyle>
          <a:p>
            <a:pPr lvl="0"/>
            <a:r>
              <a:rPr lang="en-US"/>
              <a:t>Click to edit Master subtitle style</a:t>
            </a:r>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143CEBCA-7401-4C45-9EA2-96F31AFFE866}" type="datetimeFigureOut">
              <a:rPr lang="en-US" smtClean="0"/>
              <a:t>8/13/2026</a:t>
            </a:fld>
            <a:endParaRPr lang="en-US"/>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endParaRPr lang="en-US"/>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0D3E43A0-C0C4-48C9-8A6F-103B85D8B0CD}" type="slidenum">
              <a:rPr lang="en-US" smtClean="0"/>
              <a:t>‹#›</a:t>
            </a:fld>
            <a:endParaRPr lang="en-US"/>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16474183"/>
            <a:ext cx="43891200" cy="8760158"/>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9600"/>
          </a:p>
        </p:txBody>
      </p:sp>
      <p:sp>
        <p:nvSpPr>
          <p:cNvPr id="12" name="Rectangle 11">
            <a:extLst>
              <a:ext uri="{FF2B5EF4-FFF2-40B4-BE49-F238E27FC236}">
                <a16:creationId xmlns:a16="http://schemas.microsoft.com/office/drawing/2014/main" id="{B2EC29EB-3E43-F1FF-EB6B-9F5C908FFCC8}"/>
              </a:ext>
            </a:extLst>
          </p:cNvPr>
          <p:cNvSpPr/>
          <p:nvPr/>
        </p:nvSpPr>
        <p:spPr>
          <a:xfrm rot="16200000" flipH="1">
            <a:off x="20284062" y="1624128"/>
            <a:ext cx="8760163" cy="38454116"/>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9600"/>
          </a:p>
        </p:txBody>
      </p:sp>
    </p:spTree>
    <p:extLst>
      <p:ext uri="{BB962C8B-B14F-4D97-AF65-F5344CB8AC3E}">
        <p14:creationId xmlns:p14="http://schemas.microsoft.com/office/powerpoint/2010/main" val="54838956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5400000" flipH="1" flipV="1">
            <a:off x="-5441813" y="5441828"/>
            <a:ext cx="32958509" cy="22074872"/>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9600">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5400000" flipV="1">
            <a:off x="-11037786" y="12618818"/>
            <a:ext cx="31337371" cy="9261788"/>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9600">
              <a:solidFill>
                <a:schemeClr val="tx1"/>
              </a:solidFill>
            </a:endParaRPr>
          </a:p>
        </p:txBody>
      </p:sp>
      <p:sp>
        <p:nvSpPr>
          <p:cNvPr id="6" name="Rectangle 5">
            <a:extLst>
              <a:ext uri="{FF2B5EF4-FFF2-40B4-BE49-F238E27FC236}">
                <a16:creationId xmlns:a16="http://schemas.microsoft.com/office/drawing/2014/main" id="{72AFF5B4-F60C-7639-0259-DAA1F9833429}"/>
              </a:ext>
            </a:extLst>
          </p:cNvPr>
          <p:cNvSpPr/>
          <p:nvPr/>
        </p:nvSpPr>
        <p:spPr>
          <a:xfrm rot="10800000">
            <a:off x="6" y="20237326"/>
            <a:ext cx="31994276" cy="12693758"/>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9600">
              <a:solidFill>
                <a:schemeClr val="tx1"/>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10866598" y="4572000"/>
            <a:ext cx="31994276" cy="27056630"/>
          </a:xfrm>
        </p:spPr>
        <p:txBody>
          <a:bodyPr anchor="b">
            <a:normAutofit/>
          </a:bodyPr>
          <a:lstStyle>
            <a:lvl1pPr algn="r">
              <a:defRPr sz="2592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3FCA76BF-5E58-9143-643F-6B06864B8735}"/>
              </a:ext>
            </a:extLst>
          </p:cNvPr>
          <p:cNvSpPr>
            <a:spLocks noGrp="1"/>
          </p:cNvSpPr>
          <p:nvPr>
            <p:ph type="dt" sz="half" idx="10"/>
          </p:nvPr>
        </p:nvSpPr>
        <p:spPr/>
        <p:txBody>
          <a:bodyPr/>
          <a:lstStyle/>
          <a:p>
            <a:fld id="{143CEBCA-7401-4C45-9EA2-96F31AFFE866}" type="datetimeFigureOut">
              <a:rPr lang="en-US" smtClean="0"/>
              <a:t>8/13/2026</a:t>
            </a:fld>
            <a:endParaRPr lang="en-US"/>
          </a:p>
        </p:txBody>
      </p:sp>
      <p:sp>
        <p:nvSpPr>
          <p:cNvPr id="4" name="Footer Placeholder 3">
            <a:extLst>
              <a:ext uri="{FF2B5EF4-FFF2-40B4-BE49-F238E27FC236}">
                <a16:creationId xmlns:a16="http://schemas.microsoft.com/office/drawing/2014/main" id="{006C9F8B-DAAC-4FD9-5257-842E1B079B6D}"/>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a:lstStyle/>
          <a:p>
            <a:fld id="{0D3E43A0-C0C4-48C9-8A6F-103B85D8B0CD}" type="slidenum">
              <a:rPr lang="en-US" smtClean="0"/>
              <a:t>‹#›</a:t>
            </a:fld>
            <a:endParaRPr lang="en-US"/>
          </a:p>
        </p:txBody>
      </p:sp>
    </p:spTree>
    <p:extLst>
      <p:ext uri="{BB962C8B-B14F-4D97-AF65-F5344CB8AC3E}">
        <p14:creationId xmlns:p14="http://schemas.microsoft.com/office/powerpoint/2010/main" val="2337429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102422" y="0"/>
            <a:ext cx="27360666" cy="329184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9600"/>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2" y="16365348"/>
            <a:ext cx="27394686" cy="16553054"/>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9600">
              <a:solidFill>
                <a:srgbClr val="FFFFFF"/>
              </a:solidFill>
            </a:endParaRPr>
          </a:p>
        </p:txBody>
      </p:sp>
      <p:sp>
        <p:nvSpPr>
          <p:cNvPr id="5" name="Rectangle 4">
            <a:extLst>
              <a:ext uri="{FF2B5EF4-FFF2-40B4-BE49-F238E27FC236}">
                <a16:creationId xmlns:a16="http://schemas.microsoft.com/office/drawing/2014/main" id="{32F5B7E4-5668-20C3-5FFF-AA7F08736507}"/>
              </a:ext>
            </a:extLst>
          </p:cNvPr>
          <p:cNvSpPr/>
          <p:nvPr/>
        </p:nvSpPr>
        <p:spPr>
          <a:xfrm rot="16200000">
            <a:off x="-2693462" y="2761862"/>
            <a:ext cx="32918400" cy="27394686"/>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9600"/>
          </a:p>
        </p:txBody>
      </p:sp>
      <p:sp>
        <p:nvSpPr>
          <p:cNvPr id="4" name="Rectangle 3">
            <a:extLst>
              <a:ext uri="{FF2B5EF4-FFF2-40B4-BE49-F238E27FC236}">
                <a16:creationId xmlns:a16="http://schemas.microsoft.com/office/drawing/2014/main" id="{268344FF-8882-8B2E-4777-40771425C01A}"/>
              </a:ext>
            </a:extLst>
          </p:cNvPr>
          <p:cNvSpPr/>
          <p:nvPr/>
        </p:nvSpPr>
        <p:spPr>
          <a:xfrm rot="16200000">
            <a:off x="968139" y="6423452"/>
            <a:ext cx="26486938" cy="26502959"/>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39600"/>
          </a:p>
        </p:txBody>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960129" y="8229590"/>
            <a:ext cx="17858221" cy="22669805"/>
          </a:xfrm>
        </p:spPr>
        <p:txBody>
          <a:bodyPr/>
          <a:lstStyle>
            <a:lvl1pPr>
              <a:defRPr sz="18000"/>
            </a:lvl1pPr>
          </a:lstStyle>
          <a:p>
            <a:r>
              <a:rPr lang="en-US"/>
              <a:t>Click to edit Master title style</a:t>
            </a:r>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143CEBCA-7401-4C45-9EA2-96F31AFFE866}" type="datetimeFigureOut">
              <a:rPr lang="en-US" smtClean="0"/>
              <a:t>8/13/2026</a:t>
            </a:fld>
            <a:endParaRPr lang="en-US"/>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28473725" y="1008547"/>
            <a:ext cx="9033422" cy="1755648"/>
          </a:xfrm>
        </p:spPr>
        <p:txBody>
          <a:bodyPr/>
          <a:lstStyle/>
          <a:p>
            <a:endParaRPr lang="en-US"/>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0D3E43A0-C0C4-48C9-8A6F-103B85D8B0CD}"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28628037" y="5985367"/>
            <a:ext cx="12255397" cy="23631288"/>
          </a:xfrm>
        </p:spPr>
        <p:txBody>
          <a:bodyPr vert="horz" lIns="91440" tIns="45720" rIns="91440" bIns="45720" rtlCol="0" anchor="t">
            <a:normAutofit/>
          </a:bodyPr>
          <a:lstStyle>
            <a:lvl1pPr marL="1645920" indent="-1645920">
              <a:spcBef>
                <a:spcPts val="3600"/>
              </a:spcBef>
              <a:spcAft>
                <a:spcPts val="2160"/>
              </a:spcAft>
              <a:buFont typeface="+mj-lt"/>
              <a:buAutoNum type="arabicPeriod"/>
              <a:defRPr lang="en-US" sz="5760" dirty="0"/>
            </a:lvl1pPr>
            <a:lvl2pPr marL="2057400" indent="-1234440">
              <a:spcBef>
                <a:spcPts val="3600"/>
              </a:spcBef>
              <a:spcAft>
                <a:spcPts val="2160"/>
              </a:spcAft>
              <a:buFont typeface="+mj-lt"/>
              <a:buAutoNum type="arabicPeriod"/>
              <a:defRPr lang="en-US" sz="5040" dirty="0"/>
            </a:lvl2pPr>
            <a:lvl3pPr marL="2880360" indent="-1234440">
              <a:spcBef>
                <a:spcPts val="3600"/>
              </a:spcBef>
              <a:spcAft>
                <a:spcPts val="2160"/>
              </a:spcAft>
              <a:buFont typeface="+mj-lt"/>
              <a:buAutoNum type="arabicPeriod"/>
              <a:defRPr lang="en-US" sz="5040" dirty="0"/>
            </a:lvl3pPr>
            <a:lvl4pPr>
              <a:spcBef>
                <a:spcPts val="3600"/>
              </a:spcBef>
              <a:spcAft>
                <a:spcPts val="2160"/>
              </a:spcAft>
              <a:buFont typeface="+mj-lt"/>
              <a:buAutoNum type="arabicPeriod"/>
              <a:defRPr lang="en-US" sz="5040" dirty="0"/>
            </a:lvl4pPr>
            <a:lvl5pPr>
              <a:spcBef>
                <a:spcPts val="3600"/>
              </a:spcBef>
              <a:spcAft>
                <a:spcPts val="2160"/>
              </a:spcAft>
              <a:buFont typeface="+mj-lt"/>
              <a:buAutoNum type="arabicPeriod"/>
              <a:defRPr lang="en-US" sz="504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28809216" y="3657600"/>
            <a:ext cx="1382572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6299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52630" y="-10"/>
            <a:ext cx="43838564" cy="21563539"/>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9600"/>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2606053" y="5577386"/>
            <a:ext cx="41285149" cy="15986146"/>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9600">
              <a:solidFill>
                <a:srgbClr val="FFFFFF"/>
              </a:solidFill>
            </a:endParaRPr>
          </a:p>
        </p:txBody>
      </p:sp>
      <p:sp>
        <p:nvSpPr>
          <p:cNvPr id="3" name="Rectangle 2">
            <a:extLst>
              <a:ext uri="{FF2B5EF4-FFF2-40B4-BE49-F238E27FC236}">
                <a16:creationId xmlns:a16="http://schemas.microsoft.com/office/drawing/2014/main" id="{D31AE9B9-D0DC-50F5-FE7E-BCF950A9B60C}"/>
              </a:ext>
            </a:extLst>
          </p:cNvPr>
          <p:cNvSpPr/>
          <p:nvPr/>
        </p:nvSpPr>
        <p:spPr>
          <a:xfrm rot="10800000">
            <a:off x="-52634" y="-35834"/>
            <a:ext cx="21998236" cy="12001963"/>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9600"/>
          </a:p>
        </p:txBody>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987552" y="7050835"/>
            <a:ext cx="18346234" cy="11814278"/>
          </a:xfrm>
        </p:spPr>
        <p:txBody>
          <a:bodyPr/>
          <a:lstStyle>
            <a:lvl1pPr>
              <a:defRPr sz="18000"/>
            </a:lvl1pPr>
          </a:lstStyle>
          <a:p>
            <a:r>
              <a:rPr lang="en-US"/>
              <a:t>Click to edit Master title style</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1508762" y="1008547"/>
            <a:ext cx="7430720" cy="1755648"/>
          </a:xfrm>
        </p:spPr>
        <p:txBody>
          <a:bodyPr/>
          <a:lstStyle>
            <a:lvl1pPr>
              <a:defRPr>
                <a:solidFill>
                  <a:schemeClr val="tx1"/>
                </a:solidFill>
              </a:defRPr>
            </a:lvl1pPr>
          </a:lstStyle>
          <a:p>
            <a:fld id="{143CEBCA-7401-4C45-9EA2-96F31AFFE866}" type="datetimeFigureOut">
              <a:rPr lang="en-US" smtClean="0"/>
              <a:t>8/13/2026</a:t>
            </a:fld>
            <a:endParaRPr lang="en-US"/>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23317200" y="1008547"/>
            <a:ext cx="11705429" cy="1755648"/>
          </a:xfrm>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0D3E43A0-C0C4-48C9-8A6F-103B85D8B0CD}"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23354579" y="5577384"/>
            <a:ext cx="14969369" cy="13287734"/>
          </a:xfrm>
        </p:spPr>
        <p:txBody>
          <a:bodyPr vert="horz" lIns="91440" tIns="45720" rIns="91440" bIns="45720" rtlCol="0" anchor="b">
            <a:normAutofit/>
          </a:bodyPr>
          <a:lstStyle>
            <a:lvl1pPr marL="1645920" indent="-1645920">
              <a:spcBef>
                <a:spcPts val="3600"/>
              </a:spcBef>
              <a:spcAft>
                <a:spcPts val="2160"/>
              </a:spcAft>
              <a:buFont typeface="+mj-lt"/>
              <a:buAutoNum type="arabicPeriod"/>
              <a:defRPr lang="en-US" sz="5760" dirty="0"/>
            </a:lvl1pPr>
            <a:lvl2pPr marL="2057400" indent="-1234440">
              <a:spcBef>
                <a:spcPts val="3600"/>
              </a:spcBef>
              <a:spcAft>
                <a:spcPts val="2160"/>
              </a:spcAft>
              <a:buFont typeface="+mj-lt"/>
              <a:buAutoNum type="arabicPeriod"/>
              <a:defRPr lang="en-US" sz="5040" dirty="0"/>
            </a:lvl2pPr>
            <a:lvl3pPr marL="2880360" indent="-1234440">
              <a:spcBef>
                <a:spcPts val="3600"/>
              </a:spcBef>
              <a:spcAft>
                <a:spcPts val="2160"/>
              </a:spcAft>
              <a:buFont typeface="+mj-lt"/>
              <a:buAutoNum type="arabicPeriod"/>
              <a:defRPr lang="en-US" sz="5040" dirty="0"/>
            </a:lvl3pPr>
            <a:lvl4pPr>
              <a:spcBef>
                <a:spcPts val="3600"/>
              </a:spcBef>
              <a:spcAft>
                <a:spcPts val="2160"/>
              </a:spcAft>
              <a:buFont typeface="+mj-lt"/>
              <a:buAutoNum type="arabicPeriod"/>
              <a:defRPr lang="en-US" sz="5040" dirty="0"/>
            </a:lvl4pPr>
            <a:lvl5pPr>
              <a:spcBef>
                <a:spcPts val="3600"/>
              </a:spcBef>
              <a:spcAft>
                <a:spcPts val="2160"/>
              </a:spcAft>
              <a:buFont typeface="+mj-lt"/>
              <a:buAutoNum type="arabicPeriod"/>
              <a:defRPr lang="en-US" sz="504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21563532"/>
            <a:ext cx="43891200" cy="11354866"/>
          </a:xfrm>
          <a:blipFill>
            <a:blip r:embed="rId2">
              <a:alphaModFix amt="7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1155564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28AA25-2696-95B5-3DD1-1DDCE335B96E}"/>
              </a:ext>
            </a:extLst>
          </p:cNvPr>
          <p:cNvSpPr/>
          <p:nvPr/>
        </p:nvSpPr>
        <p:spPr>
          <a:xfrm>
            <a:off x="0" y="2"/>
            <a:ext cx="43891200" cy="329739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9600"/>
          </a:p>
        </p:txBody>
      </p:sp>
      <p:sp>
        <p:nvSpPr>
          <p:cNvPr id="7" name="Rectangle 6">
            <a:extLst>
              <a:ext uri="{FF2B5EF4-FFF2-40B4-BE49-F238E27FC236}">
                <a16:creationId xmlns:a16="http://schemas.microsoft.com/office/drawing/2014/main" id="{DE6450F3-50BF-885C-FD60-BACC77C3F1E0}"/>
              </a:ext>
            </a:extLst>
          </p:cNvPr>
          <p:cNvSpPr/>
          <p:nvPr/>
        </p:nvSpPr>
        <p:spPr>
          <a:xfrm flipH="1" flipV="1">
            <a:off x="2" y="8291791"/>
            <a:ext cx="43891204" cy="24626597"/>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9600">
              <a:solidFill>
                <a:srgbClr val="FFFFFF"/>
              </a:solidFill>
            </a:endParaRPr>
          </a:p>
        </p:txBody>
      </p:sp>
      <p:sp>
        <p:nvSpPr>
          <p:cNvPr id="9" name="Rectangle 8">
            <a:extLst>
              <a:ext uri="{FF2B5EF4-FFF2-40B4-BE49-F238E27FC236}">
                <a16:creationId xmlns:a16="http://schemas.microsoft.com/office/drawing/2014/main" id="{3D53C05B-A90A-250E-CBC3-E741A87656D9}"/>
              </a:ext>
            </a:extLst>
          </p:cNvPr>
          <p:cNvSpPr/>
          <p:nvPr/>
        </p:nvSpPr>
        <p:spPr>
          <a:xfrm rot="5400000">
            <a:off x="11304427" y="387204"/>
            <a:ext cx="32973979" cy="32199566"/>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9600"/>
          </a:p>
        </p:txBody>
      </p:sp>
      <p:sp>
        <p:nvSpPr>
          <p:cNvPr id="10" name="Rectangle 9">
            <a:extLst>
              <a:ext uri="{FF2B5EF4-FFF2-40B4-BE49-F238E27FC236}">
                <a16:creationId xmlns:a16="http://schemas.microsoft.com/office/drawing/2014/main" id="{D0B1BC43-B272-D419-E8BB-6EFDB7CB6DE6}"/>
              </a:ext>
            </a:extLst>
          </p:cNvPr>
          <p:cNvSpPr/>
          <p:nvPr/>
        </p:nvSpPr>
        <p:spPr>
          <a:xfrm rot="16200000">
            <a:off x="8842288" y="1705559"/>
            <a:ext cx="32559192" cy="29866457"/>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39600"/>
          </a:p>
        </p:txBody>
      </p:sp>
      <p:cxnSp>
        <p:nvCxnSpPr>
          <p:cNvPr id="11" name="Straight Connector 10">
            <a:extLst>
              <a:ext uri="{FF2B5EF4-FFF2-40B4-BE49-F238E27FC236}">
                <a16:creationId xmlns:a16="http://schemas.microsoft.com/office/drawing/2014/main" id="{9E9B18E3-016A-6508-4AB9-C1B35F40CE8C}"/>
              </a:ext>
            </a:extLst>
          </p:cNvPr>
          <p:cNvCxnSpPr>
            <a:cxnSpLocks/>
          </p:cNvCxnSpPr>
          <p:nvPr/>
        </p:nvCxnSpPr>
        <p:spPr>
          <a:xfrm flipH="1">
            <a:off x="1420978" y="29285184"/>
            <a:ext cx="41049245"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4A4757-EA69-EF77-262C-A183AC218312}"/>
              </a:ext>
            </a:extLst>
          </p:cNvPr>
          <p:cNvSpPr/>
          <p:nvPr/>
        </p:nvSpPr>
        <p:spPr>
          <a:xfrm rot="10800000">
            <a:off x="0" y="5"/>
            <a:ext cx="43891200" cy="25350835"/>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960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6304" y="4389120"/>
            <a:ext cx="26993088" cy="12582144"/>
          </a:xfrm>
        </p:spPr>
        <p:txBody>
          <a:bodyPr anchor="b">
            <a:normAutofit/>
          </a:bodyPr>
          <a:lstStyle>
            <a:lvl1pPr>
              <a:defRPr sz="17280" b="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2BF3AD86-30C4-61DF-3300-53A4A4BB6D4D}"/>
              </a:ext>
            </a:extLst>
          </p:cNvPr>
          <p:cNvSpPr>
            <a:spLocks noGrp="1"/>
          </p:cNvSpPr>
          <p:nvPr>
            <p:ph type="dt" sz="half" idx="14"/>
          </p:nvPr>
        </p:nvSpPr>
        <p:spPr/>
        <p:txBody>
          <a:bodyPr/>
          <a:lstStyle/>
          <a:p>
            <a:fld id="{143CEBCA-7401-4C45-9EA2-96F31AFFE866}" type="datetimeFigureOut">
              <a:rPr lang="en-US" smtClean="0"/>
              <a:t>8/13/2026</a:t>
            </a:fld>
            <a:endParaRPr lang="en-US"/>
          </a:p>
        </p:txBody>
      </p:sp>
      <p:sp>
        <p:nvSpPr>
          <p:cNvPr id="5" name="Footer Placeholder 4">
            <a:extLst>
              <a:ext uri="{FF2B5EF4-FFF2-40B4-BE49-F238E27FC236}">
                <a16:creationId xmlns:a16="http://schemas.microsoft.com/office/drawing/2014/main" id="{B40ED380-F3FA-F88A-4719-014588A2E13B}"/>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a:lstStyle/>
          <a:p>
            <a:fld id="{0D3E43A0-C0C4-48C9-8A6F-103B85D8B0CD}"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1086304" y="18726912"/>
            <a:ext cx="26993088" cy="87782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1325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42C01-B12A-AF17-D0E9-403E14D1D1A7}"/>
              </a:ext>
            </a:extLst>
          </p:cNvPr>
          <p:cNvSpPr/>
          <p:nvPr/>
        </p:nvSpPr>
        <p:spPr>
          <a:xfrm rot="10800000" flipH="1">
            <a:off x="1410487" y="3714470"/>
            <a:ext cx="42480713" cy="15129130"/>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9600"/>
          </a:p>
        </p:txBody>
      </p:sp>
      <p:sp>
        <p:nvSpPr>
          <p:cNvPr id="5" name="Rectangle 4">
            <a:extLst>
              <a:ext uri="{FF2B5EF4-FFF2-40B4-BE49-F238E27FC236}">
                <a16:creationId xmlns:a16="http://schemas.microsoft.com/office/drawing/2014/main" id="{A04AA29D-41E7-06F1-DA88-95401F827C71}"/>
              </a:ext>
            </a:extLst>
          </p:cNvPr>
          <p:cNvSpPr/>
          <p:nvPr/>
        </p:nvSpPr>
        <p:spPr>
          <a:xfrm rot="10800000" flipH="1">
            <a:off x="0" y="3714466"/>
            <a:ext cx="39695717" cy="7844496"/>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9600">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20840" y="9207091"/>
            <a:ext cx="10581070" cy="10064707"/>
          </a:xfrm>
        </p:spPr>
        <p:txBody>
          <a:bodyPr vert="horz" lIns="91440" tIns="45720" rIns="91440" bIns="45720" rtlCol="0" anchor="t">
            <a:normAutofit/>
          </a:bodyPr>
          <a:lstStyle>
            <a:lvl1pPr>
              <a:defRPr lang="en-US" dirty="0">
                <a:solidFill>
                  <a:schemeClr val="tx1"/>
                </a:solidFill>
              </a:defRPr>
            </a:lvl1pPr>
          </a:lstStyle>
          <a:p>
            <a:pPr lvl="0"/>
            <a:r>
              <a:rPr lang="en-US"/>
              <a:t>Click to edit Master title style</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143CEBCA-7401-4C45-9EA2-96F31AFFE866}" type="datetimeFigureOut">
              <a:rPr lang="en-US" smtClean="0"/>
              <a:t>8/13/2026</a:t>
            </a:fld>
            <a:endParaRPr lang="en-US"/>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a:xfrm>
            <a:off x="19202402" y="1008547"/>
            <a:ext cx="10582168" cy="1755648"/>
          </a:xfrm>
        </p:spPr>
        <p:txBody>
          <a:bodyPr/>
          <a:lstStyle/>
          <a:p>
            <a:endParaRPr lang="en-US"/>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0D3E43A0-C0C4-48C9-8A6F-103B85D8B0CD}"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19202400" y="9207096"/>
            <a:ext cx="17967960" cy="198385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761686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6307" y="4572000"/>
            <a:ext cx="11998022" cy="7593178"/>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1086307" y="988733"/>
            <a:ext cx="3950208" cy="1755648"/>
          </a:xfrm>
        </p:spPr>
        <p:txBody>
          <a:bodyPr/>
          <a:lstStyle/>
          <a:p>
            <a:fld id="{143CEBCA-7401-4C45-9EA2-96F31AFFE866}" type="datetimeFigureOut">
              <a:rPr lang="en-US" smtClean="0"/>
              <a:t>8/13/2026</a:t>
            </a:fld>
            <a:endParaRPr lang="en-US"/>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5379761" y="994997"/>
            <a:ext cx="5901739" cy="1755648"/>
          </a:xfrm>
        </p:spPr>
        <p:txBody>
          <a:bodyPr/>
          <a:lstStyle/>
          <a:p>
            <a:endParaRPr lang="en-US"/>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a:xfrm>
            <a:off x="11306736" y="1008547"/>
            <a:ext cx="1777594" cy="1755648"/>
          </a:xfrm>
        </p:spPr>
        <p:txBody>
          <a:bodyPr/>
          <a:lstStyle/>
          <a:p>
            <a:fld id="{0D3E43A0-C0C4-48C9-8A6F-103B85D8B0CD}"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086307" y="14879117"/>
            <a:ext cx="11998022" cy="14659661"/>
          </a:xfrm>
        </p:spPr>
        <p:txBody>
          <a:bodyPr>
            <a:normAutofit/>
          </a:bodyPr>
          <a:lstStyle>
            <a:lvl1pPr marL="0" indent="0">
              <a:buNone/>
              <a:defRPr sz="5040"/>
            </a:lvl1pPr>
            <a:lvl2pPr marL="822960" indent="0">
              <a:buNone/>
              <a:defRPr sz="5040"/>
            </a:lvl2pPr>
            <a:lvl3pPr marL="1645920" indent="0">
              <a:buNone/>
              <a:defRPr sz="5040"/>
            </a:lvl3pPr>
            <a:lvl4pPr marL="2468880" indent="0">
              <a:buNone/>
              <a:defRPr sz="5040"/>
            </a:lvl4pPr>
            <a:lvl5pPr marL="3291840" indent="0">
              <a:buNone/>
              <a:defRPr sz="504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14950440" y="0"/>
            <a:ext cx="28940760" cy="32918400"/>
          </a:xfrm>
          <a:blipFill dpi="0" rotWithShape="1">
            <a:blip r:embed="rId2">
              <a:alphaModFix amt="60000"/>
            </a:blip>
            <a:srcRect/>
            <a:stretch>
              <a:fillRect/>
            </a:stretch>
          </a:blipFill>
        </p:spPr>
        <p:txBody>
          <a:bodyPr/>
          <a:lstStyle>
            <a:lvl1pPr>
              <a:defRPr/>
            </a:lvl1pPr>
          </a:lstStyle>
          <a:p>
            <a:r>
              <a:rPr lang="en-US"/>
              <a:t>   </a:t>
            </a:r>
          </a:p>
        </p:txBody>
      </p:sp>
      <p:cxnSp>
        <p:nvCxnSpPr>
          <p:cNvPr id="5" name="Straight Connector 4">
            <a:extLst>
              <a:ext uri="{FF2B5EF4-FFF2-40B4-BE49-F238E27FC236}">
                <a16:creationId xmlns:a16="http://schemas.microsoft.com/office/drawing/2014/main" id="{2A942C55-3382-C50D-76EB-793EA21DA34F}"/>
              </a:ext>
            </a:extLst>
          </p:cNvPr>
          <p:cNvCxnSpPr>
            <a:cxnSpLocks/>
          </p:cNvCxnSpPr>
          <p:nvPr/>
        </p:nvCxnSpPr>
        <p:spPr>
          <a:xfrm flipH="1">
            <a:off x="1430237" y="13494130"/>
            <a:ext cx="11686097"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4693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6307" y="20553845"/>
            <a:ext cx="12279449" cy="7358285"/>
          </a:xfrm>
        </p:spPr>
        <p:txBody>
          <a:bodyPr anchor="t">
            <a:normAutofit/>
          </a:bodyPr>
          <a:lstStyle>
            <a:lvl1pPr>
              <a:defRPr sz="1008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2"/>
            <a:ext cx="43891200" cy="18547560"/>
          </a:xfrm>
          <a:blipFill dpi="0" rotWithShape="1">
            <a:blip r:embed="rId2">
              <a:alphaModFix amt="60000"/>
            </a:blip>
            <a:srcRect/>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16130018" y="20553845"/>
            <a:ext cx="25237436" cy="7358285"/>
          </a:xfrm>
        </p:spPr>
        <p:txBody>
          <a:bodyPr>
            <a:noAutofit/>
          </a:bodyPr>
          <a:lstStyle>
            <a:lvl1pPr marL="0" indent="0">
              <a:buFont typeface="Arial" panose="020B0604020202020204" pitchFamily="34" charset="0"/>
              <a:buNone/>
              <a:defRPr sz="5760"/>
            </a:lvl1pPr>
            <a:lvl2pPr marL="822960" indent="0">
              <a:buFont typeface="Arial" panose="020B0604020202020204" pitchFamily="34" charset="0"/>
              <a:buNone/>
              <a:defRPr sz="5040"/>
            </a:lvl2pPr>
            <a:lvl3pPr marL="1645920" indent="0">
              <a:buFont typeface="Arial" panose="020B0604020202020204" pitchFamily="34" charset="0"/>
              <a:buNone/>
              <a:defRPr sz="4320"/>
            </a:lvl3pPr>
            <a:lvl4pPr marL="2468880" indent="0">
              <a:buFont typeface="Arial" panose="020B0604020202020204" pitchFamily="34" charset="0"/>
              <a:buNone/>
              <a:defRPr sz="3960"/>
            </a:lvl4pPr>
            <a:lvl5pPr marL="3291840" indent="0">
              <a:buFont typeface="Arial" panose="020B0604020202020204" pitchFamily="34" charset="0"/>
              <a:buNone/>
              <a:defRPr sz="378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86307" y="30065472"/>
            <a:ext cx="6333437" cy="1755648"/>
          </a:xfrm>
        </p:spPr>
        <p:txBody>
          <a:bodyPr/>
          <a:lstStyle/>
          <a:p>
            <a:fld id="{143CEBCA-7401-4C45-9EA2-96F31AFFE866}" type="datetimeFigureOut">
              <a:rPr lang="en-US" smtClean="0"/>
              <a:t>8/13/2026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6130016" y="30065472"/>
            <a:ext cx="9033422" cy="1755648"/>
          </a:xfr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0681165" y="30065472"/>
            <a:ext cx="2179710" cy="1755648"/>
          </a:xfrm>
        </p:spPr>
        <p:txBody>
          <a:bodyPr/>
          <a:lstStyle/>
          <a:p>
            <a:fld id="{0D3E43A0-C0C4-48C9-8A6F-103B85D8B0CD}" type="slidenum">
              <a:rPr lang="en-US" smtClean="0"/>
              <a:t>‹#›</a:t>
            </a:fld>
            <a:endParaRPr lang="en-US"/>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1420978" y="29256926"/>
            <a:ext cx="41049245"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15853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flipH="1">
            <a:off x="25054556" y="27598464"/>
            <a:ext cx="18836640" cy="5319936"/>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960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26971142" y="4587890"/>
            <a:ext cx="14813280" cy="5971445"/>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5"/>
            <a:ext cx="25054560" cy="32918400"/>
          </a:xfrm>
          <a:blipFill>
            <a:blip r:embed="rId2">
              <a:alphaModFix amt="60000"/>
            </a:blip>
            <a:stretch>
              <a:fillRect/>
            </a:stretch>
          </a:blipFill>
        </p:spPr>
        <p:txBody>
          <a:bodyPr/>
          <a:lstStyle>
            <a:lvl1pPr>
              <a:defRPr/>
            </a:lvl1pPr>
          </a:lstStyle>
          <a:p>
            <a:r>
              <a:rPr lang="en-US"/>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26889952" y="1008547"/>
            <a:ext cx="5349240" cy="1755648"/>
          </a:xfrm>
        </p:spPr>
        <p:txBody>
          <a:bodyPr/>
          <a:lstStyle/>
          <a:p>
            <a:fld id="{143CEBCA-7401-4C45-9EA2-96F31AFFE866}" type="datetimeFigureOut">
              <a:rPr lang="en-US" smtClean="0"/>
              <a:t>8/13/2026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33753946" y="1008547"/>
            <a:ext cx="6697670" cy="1755648"/>
          </a:xfrm>
        </p:spPr>
        <p:txBody>
          <a:bodyPr/>
          <a:lstStyle/>
          <a:p>
            <a:endParaRPr lang="en-US"/>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0D3E43A0-C0C4-48C9-8A6F-103B85D8B0CD}"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26971142" y="13396958"/>
            <a:ext cx="14813280" cy="1623974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BE9AF0A0-5001-F380-4488-B02AB3C79B31}"/>
              </a:ext>
            </a:extLst>
          </p:cNvPr>
          <p:cNvCxnSpPr>
            <a:cxnSpLocks/>
          </p:cNvCxnSpPr>
          <p:nvPr/>
        </p:nvCxnSpPr>
        <p:spPr>
          <a:xfrm flipH="1">
            <a:off x="27343589" y="11883629"/>
            <a:ext cx="14440835"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D0235B-B98B-7313-28E9-8E643CDFF4A6}"/>
              </a:ext>
            </a:extLst>
          </p:cNvPr>
          <p:cNvSpPr/>
          <p:nvPr/>
        </p:nvSpPr>
        <p:spPr>
          <a:xfrm flipH="1">
            <a:off x="25054556" y="27598464"/>
            <a:ext cx="18836640" cy="5319936"/>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9600"/>
          </a:p>
        </p:txBody>
      </p:sp>
    </p:spTree>
    <p:extLst>
      <p:ext uri="{BB962C8B-B14F-4D97-AF65-F5344CB8AC3E}">
        <p14:creationId xmlns:p14="http://schemas.microsoft.com/office/powerpoint/2010/main" val="955532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6307" y="4884893"/>
            <a:ext cx="12279449" cy="7358285"/>
          </a:xfrm>
        </p:spPr>
        <p:txBody>
          <a:bodyPr anchor="t">
            <a:normAutofit/>
          </a:bodyPr>
          <a:lstStyle>
            <a:lvl1pPr>
              <a:defRPr sz="1008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43CEBCA-7401-4C45-9EA2-96F31AFFE866}" type="datetimeFigureOut">
              <a:rPr lang="en-US" smtClean="0"/>
              <a:t>8/13/2026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6130016" y="1008547"/>
            <a:ext cx="9033422" cy="1755648"/>
          </a:xfr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D3E43A0-C0C4-48C9-8A6F-103B85D8B0CD}"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16130018" y="4884893"/>
            <a:ext cx="25237436" cy="11411712"/>
          </a:xfrm>
        </p:spPr>
        <p:txBody>
          <a:bodyPr>
            <a:noAutofit/>
          </a:bodyPr>
          <a:lstStyle>
            <a:lvl1pPr marL="0" indent="0">
              <a:buFont typeface="Arial" panose="020B0604020202020204" pitchFamily="34" charset="0"/>
              <a:buNone/>
              <a:defRPr sz="5760"/>
            </a:lvl1pPr>
            <a:lvl2pPr marL="822960" indent="0">
              <a:buFont typeface="Arial" panose="020B0604020202020204" pitchFamily="34" charset="0"/>
              <a:buNone/>
              <a:defRPr sz="5040"/>
            </a:lvl2pPr>
            <a:lvl3pPr marL="1645920" indent="0">
              <a:buFont typeface="Arial" panose="020B0604020202020204" pitchFamily="34" charset="0"/>
              <a:buNone/>
              <a:defRPr sz="4320"/>
            </a:lvl3pPr>
            <a:lvl4pPr marL="2468880" indent="0">
              <a:buFont typeface="Arial" panose="020B0604020202020204" pitchFamily="34" charset="0"/>
              <a:buNone/>
              <a:defRPr sz="3960"/>
            </a:lvl4pPr>
            <a:lvl5pPr marL="3291840" indent="0">
              <a:buFont typeface="Arial" panose="020B0604020202020204" pitchFamily="34" charset="0"/>
              <a:buNone/>
              <a:defRPr sz="378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18421006"/>
            <a:ext cx="43891200" cy="14497397"/>
          </a:xfrm>
          <a:blipFill dpi="0" rotWithShape="1">
            <a:blip r:embed="rId2">
              <a:alphaModFix amt="60000"/>
            </a:blip>
            <a:srcRect/>
            <a:stretch>
              <a:fillRect t="-27937"/>
            </a:stretch>
          </a:blipFill>
        </p:spPr>
        <p:txBody>
          <a:bodyPr/>
          <a:lstStyle>
            <a:lvl1pPr>
              <a:defRPr/>
            </a:lvl1pPr>
          </a:lstStyle>
          <a:p>
            <a:r>
              <a:rPr lang="en-US"/>
              <a:t>   </a:t>
            </a:r>
          </a:p>
        </p:txBody>
      </p:sp>
    </p:spTree>
    <p:extLst>
      <p:ext uri="{BB962C8B-B14F-4D97-AF65-F5344CB8AC3E}">
        <p14:creationId xmlns:p14="http://schemas.microsoft.com/office/powerpoint/2010/main" val="8934363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6307" y="6583680"/>
            <a:ext cx="12508992" cy="1097280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143CEBCA-7401-4C45-9EA2-96F31AFFE866}" type="datetimeFigureOut">
              <a:rPr lang="en-US" smtClean="0"/>
              <a:t>8/13/2026</a:t>
            </a:fld>
            <a:endParaRPr lang="en-US"/>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16047722" y="1008547"/>
            <a:ext cx="10293505" cy="1755648"/>
          </a:xfrm>
        </p:spPr>
        <p:txBody>
          <a:bodyPr/>
          <a:lstStyle/>
          <a:p>
            <a:endParaRPr lang="en-US"/>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27401661" y="1008547"/>
            <a:ext cx="2179710" cy="1755648"/>
          </a:xfrm>
        </p:spPr>
        <p:txBody>
          <a:bodyPr/>
          <a:lstStyle/>
          <a:p>
            <a:fld id="{0D3E43A0-C0C4-48C9-8A6F-103B85D8B0CD}" type="slidenum">
              <a:rPr lang="en-US" smtClean="0"/>
              <a:t>‹#›</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16047720" y="6583683"/>
            <a:ext cx="12127601" cy="22569326"/>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31431764" y="3"/>
            <a:ext cx="12459438" cy="32961019"/>
          </a:xfrm>
          <a:blipFill>
            <a:blip r:embed="rId2">
              <a:alphaModFix amt="60000"/>
            </a:blip>
            <a:stretch>
              <a:fillRect/>
            </a:stretch>
          </a:blipFill>
        </p:spPr>
        <p:txBody>
          <a:bodyPr/>
          <a:lstStyle>
            <a:lvl1pPr>
              <a:defRPr/>
            </a:lvl1pPr>
          </a:lstStyle>
          <a:p>
            <a:r>
              <a:rPr lang="en-US"/>
              <a:t>   </a:t>
            </a:r>
          </a:p>
        </p:txBody>
      </p:sp>
      <p:sp>
        <p:nvSpPr>
          <p:cNvPr id="5" name="Rectangle 4">
            <a:extLst>
              <a:ext uri="{FF2B5EF4-FFF2-40B4-BE49-F238E27FC236}">
                <a16:creationId xmlns:a16="http://schemas.microsoft.com/office/drawing/2014/main" id="{6D750207-6F0E-41F2-98B5-15BCAB2BF9AD}"/>
              </a:ext>
            </a:extLst>
          </p:cNvPr>
          <p:cNvSpPr/>
          <p:nvPr/>
        </p:nvSpPr>
        <p:spPr>
          <a:xfrm flipH="1">
            <a:off x="2" y="22901148"/>
            <a:ext cx="17548780" cy="10059864"/>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9600"/>
          </a:p>
        </p:txBody>
      </p:sp>
      <p:sp>
        <p:nvSpPr>
          <p:cNvPr id="6" name="Rectangle 5">
            <a:extLst>
              <a:ext uri="{FF2B5EF4-FFF2-40B4-BE49-F238E27FC236}">
                <a16:creationId xmlns:a16="http://schemas.microsoft.com/office/drawing/2014/main" id="{E21E79A5-CC18-0B38-C9F4-CA5690475280}"/>
              </a:ext>
            </a:extLst>
          </p:cNvPr>
          <p:cNvSpPr/>
          <p:nvPr/>
        </p:nvSpPr>
        <p:spPr>
          <a:xfrm flipH="1">
            <a:off x="-7" y="18493963"/>
            <a:ext cx="10163160" cy="14509661"/>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9600">
              <a:solidFill>
                <a:schemeClr val="tx1"/>
              </a:solidFill>
            </a:endParaRPr>
          </a:p>
        </p:txBody>
      </p:sp>
      <p:cxnSp>
        <p:nvCxnSpPr>
          <p:cNvPr id="7" name="Straight Connector 6">
            <a:extLst>
              <a:ext uri="{FF2B5EF4-FFF2-40B4-BE49-F238E27FC236}">
                <a16:creationId xmlns:a16="http://schemas.microsoft.com/office/drawing/2014/main" id="{B80496BC-B679-515B-9928-2CC91AD7A8A2}"/>
              </a:ext>
            </a:extLst>
          </p:cNvPr>
          <p:cNvCxnSpPr>
            <a:cxnSpLocks/>
          </p:cNvCxnSpPr>
          <p:nvPr/>
        </p:nvCxnSpPr>
        <p:spPr>
          <a:xfrm flipH="1">
            <a:off x="1429207" y="3606302"/>
            <a:ext cx="2781604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93913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6309" y="4571998"/>
            <a:ext cx="24304057" cy="6004181"/>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1086307" y="978538"/>
            <a:ext cx="8229600" cy="1755648"/>
          </a:xfrm>
        </p:spPr>
        <p:txBody>
          <a:bodyPr/>
          <a:lstStyle/>
          <a:p>
            <a:fld id="{143CEBCA-7401-4C45-9EA2-96F31AFFE866}" type="datetimeFigureOut">
              <a:rPr lang="en-US" smtClean="0"/>
              <a:t>8/13/2026</a:t>
            </a:fld>
            <a:endParaRPr lang="en-US"/>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9326882" y="978538"/>
            <a:ext cx="9990011" cy="1755648"/>
          </a:xfrm>
        </p:spPr>
        <p:txBody>
          <a:bodyPr/>
          <a:lstStyle/>
          <a:p>
            <a:endParaRPr lang="en-US"/>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22490410" y="978538"/>
            <a:ext cx="3113258" cy="1755648"/>
          </a:xfrm>
        </p:spPr>
        <p:txBody>
          <a:bodyPr/>
          <a:lstStyle/>
          <a:p>
            <a:fld id="{0D3E43A0-C0C4-48C9-8A6F-103B85D8B0CD}"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86307" y="11570486"/>
            <a:ext cx="24319850" cy="182755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27432000" y="0"/>
            <a:ext cx="16459200" cy="32918400"/>
          </a:xfrm>
          <a:blipFill>
            <a:blip r:embed="rId2">
              <a:alphaModFix amt="60000"/>
            </a:blip>
            <a:stretch>
              <a:fillRect/>
            </a:stretch>
          </a:blipFill>
        </p:spPr>
        <p:txBody>
          <a:bodyPr/>
          <a:lstStyle>
            <a:lvl1pPr>
              <a:defRPr/>
            </a:lvl1pPr>
          </a:lstStyle>
          <a:p>
            <a:r>
              <a:rPr lang="en-US"/>
              <a:t>    </a:t>
            </a:r>
          </a:p>
        </p:txBody>
      </p:sp>
      <p:sp>
        <p:nvSpPr>
          <p:cNvPr id="6" name="Rectangle 5">
            <a:extLst>
              <a:ext uri="{FF2B5EF4-FFF2-40B4-BE49-F238E27FC236}">
                <a16:creationId xmlns:a16="http://schemas.microsoft.com/office/drawing/2014/main" id="{EC640749-9485-B575-4B2A-075EAA112D08}"/>
              </a:ext>
            </a:extLst>
          </p:cNvPr>
          <p:cNvSpPr/>
          <p:nvPr/>
        </p:nvSpPr>
        <p:spPr>
          <a:xfrm flipH="1">
            <a:off x="0" y="17789270"/>
            <a:ext cx="27432000" cy="15129130"/>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9600"/>
          </a:p>
        </p:txBody>
      </p:sp>
      <p:sp>
        <p:nvSpPr>
          <p:cNvPr id="7" name="Rectangle 6">
            <a:extLst>
              <a:ext uri="{FF2B5EF4-FFF2-40B4-BE49-F238E27FC236}">
                <a16:creationId xmlns:a16="http://schemas.microsoft.com/office/drawing/2014/main" id="{A5E19E54-3987-D72A-629F-B4FB61FCC4E9}"/>
              </a:ext>
            </a:extLst>
          </p:cNvPr>
          <p:cNvSpPr/>
          <p:nvPr/>
        </p:nvSpPr>
        <p:spPr>
          <a:xfrm flipH="1">
            <a:off x="0" y="26866138"/>
            <a:ext cx="27432000" cy="6052262"/>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9600">
              <a:solidFill>
                <a:schemeClr val="tx1"/>
              </a:solidFill>
            </a:endParaRPr>
          </a:p>
        </p:txBody>
      </p:sp>
      <p:cxnSp>
        <p:nvCxnSpPr>
          <p:cNvPr id="11" name="Straight Connector 10">
            <a:extLst>
              <a:ext uri="{FF2B5EF4-FFF2-40B4-BE49-F238E27FC236}">
                <a16:creationId xmlns:a16="http://schemas.microsoft.com/office/drawing/2014/main" id="{D34DF899-11E5-3A31-4C5A-75E63BA26BC6}"/>
              </a:ext>
            </a:extLst>
          </p:cNvPr>
          <p:cNvCxnSpPr>
            <a:cxnSpLocks/>
          </p:cNvCxnSpPr>
          <p:nvPr/>
        </p:nvCxnSpPr>
        <p:spPr>
          <a:xfrm flipH="1">
            <a:off x="1429207" y="3606302"/>
            <a:ext cx="23832922"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39397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6307" y="13606267"/>
            <a:ext cx="10851775" cy="14045184"/>
          </a:xfrm>
        </p:spPr>
        <p:txBody>
          <a:bodyPr anchor="t">
            <a:normAutofit/>
          </a:bodyPr>
          <a:lstStyle>
            <a:lvl1pPr>
              <a:defRPr sz="10080"/>
            </a:lvl1pPr>
          </a:lstStyle>
          <a:p>
            <a:r>
              <a:rPr lang="en-US"/>
              <a:t>Click to edit Master title style</a:t>
            </a:r>
          </a:p>
        </p:txBody>
      </p:sp>
      <p:sp>
        <p:nvSpPr>
          <p:cNvPr id="4" name="Picture Placeholder 3">
            <a:extLst>
              <a:ext uri="{FF2B5EF4-FFF2-40B4-BE49-F238E27FC236}">
                <a16:creationId xmlns:a16="http://schemas.microsoft.com/office/drawing/2014/main" id="{3DA51E54-3166-19CA-EB55-5DFFB9426CAD}"/>
              </a:ext>
            </a:extLst>
          </p:cNvPr>
          <p:cNvSpPr>
            <a:spLocks noGrp="1"/>
          </p:cNvSpPr>
          <p:nvPr>
            <p:ph type="pic" sz="quarter" idx="19" hasCustomPrompt="1"/>
          </p:nvPr>
        </p:nvSpPr>
        <p:spPr>
          <a:xfrm>
            <a:off x="-64066" y="0"/>
            <a:ext cx="43955266" cy="11616470"/>
          </a:xfrm>
          <a:blipFill dpi="0" rotWithShape="1">
            <a:blip r:embed="rId2">
              <a:alphaModFix amt="60000"/>
            </a:blip>
            <a:srcRect/>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16130016" y="13606272"/>
            <a:ext cx="25923240" cy="14045184"/>
          </a:xfrm>
        </p:spPr>
        <p:txBody>
          <a:bodyPr>
            <a:noAutofit/>
          </a:bodyPr>
          <a:lstStyle>
            <a:lvl1pPr marL="1028700" indent="-1028700">
              <a:buFont typeface="Arial" panose="020B0604020202020204" pitchFamily="34" charset="0"/>
              <a:buNone/>
              <a:defRPr sz="6480"/>
            </a:lvl1pPr>
            <a:lvl2pPr marL="1851660" indent="-1028700">
              <a:buFont typeface="Arial" panose="020B0604020202020204" pitchFamily="34" charset="0"/>
              <a:buNone/>
              <a:defRPr sz="5760"/>
            </a:lvl2pPr>
            <a:lvl3pPr marL="2674620" indent="-1028700">
              <a:buFont typeface="Arial" panose="020B0604020202020204" pitchFamily="34" charset="0"/>
              <a:buNone/>
              <a:defRPr sz="5040"/>
            </a:lvl3pPr>
            <a:lvl4pPr marL="3086100" indent="-617220">
              <a:buFont typeface="Arial" panose="020B0604020202020204" pitchFamily="34" charset="0"/>
              <a:buNone/>
              <a:defRPr sz="4320"/>
            </a:lvl4pPr>
            <a:lvl5pPr marL="3909060" indent="-617220">
              <a:buFont typeface="Arial" panose="020B0604020202020204" pitchFamily="34" charset="0"/>
              <a:buNone/>
              <a:defRPr sz="396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a:xfrm>
            <a:off x="1086307" y="30115358"/>
            <a:ext cx="10851775" cy="1755648"/>
          </a:xfrm>
        </p:spPr>
        <p:txBody>
          <a:bodyPr/>
          <a:lstStyle/>
          <a:p>
            <a:fld id="{143CEBCA-7401-4C45-9EA2-96F31AFFE866}" type="datetimeFigureOut">
              <a:rPr lang="en-US" smtClean="0"/>
              <a:t>8/13/2026</a:t>
            </a:fld>
            <a:endParaRPr lang="en-US"/>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a:xfrm>
            <a:off x="16130016" y="30115358"/>
            <a:ext cx="11384280" cy="1755648"/>
          </a:xfrm>
        </p:spPr>
        <p:txBody>
          <a:bodyPr/>
          <a:lstStyle/>
          <a:p>
            <a:endParaRPr lang="en-US"/>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a:xfrm>
            <a:off x="40654226" y="30115358"/>
            <a:ext cx="2048101" cy="1755648"/>
          </a:xfrm>
        </p:spPr>
        <p:txBody>
          <a:bodyPr/>
          <a:lstStyle/>
          <a:p>
            <a:fld id="{0D3E43A0-C0C4-48C9-8A6F-103B85D8B0CD}" type="slidenum">
              <a:rPr lang="en-US" smtClean="0"/>
              <a:t>‹#›</a:t>
            </a:fld>
            <a:endParaRPr lang="en-US"/>
          </a:p>
        </p:txBody>
      </p:sp>
      <p:cxnSp>
        <p:nvCxnSpPr>
          <p:cNvPr id="3" name="Straight Connector 2">
            <a:extLst>
              <a:ext uri="{FF2B5EF4-FFF2-40B4-BE49-F238E27FC236}">
                <a16:creationId xmlns:a16="http://schemas.microsoft.com/office/drawing/2014/main" id="{ABDDCA5B-BBAB-ABCD-27B8-D3CD17FD04BC}"/>
              </a:ext>
            </a:extLst>
          </p:cNvPr>
          <p:cNvCxnSpPr>
            <a:cxnSpLocks/>
          </p:cNvCxnSpPr>
          <p:nvPr/>
        </p:nvCxnSpPr>
        <p:spPr>
          <a:xfrm flipH="1">
            <a:off x="1420978" y="29256926"/>
            <a:ext cx="41049245"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16232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6307" y="4852483"/>
            <a:ext cx="12626705" cy="6712771"/>
          </a:xfrm>
        </p:spPr>
        <p:txBody>
          <a:bodyPr anchor="t">
            <a:normAutofit/>
          </a:bodyPr>
          <a:lstStyle>
            <a:lvl1pPr>
              <a:defRPr sz="1008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143CEBCA-7401-4C45-9EA2-96F31AFFE866}" type="datetimeFigureOut">
              <a:rPr lang="en-US" smtClean="0"/>
              <a:t>8/13/2026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17757648" y="1008547"/>
            <a:ext cx="9033422" cy="1755648"/>
          </a:xfrm>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0D3E43A0-C0C4-48C9-8A6F-103B85D8B0CD}"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1624866" y="12866148"/>
            <a:ext cx="12088148" cy="17577998"/>
          </a:xfrm>
          <a:blipFill>
            <a:blip r:embed="rId2">
              <a:alphaModFix amt="60000"/>
            </a:blip>
            <a:stretch>
              <a:fillRect/>
            </a:stretch>
          </a:blipFill>
        </p:spPr>
        <p:txBody>
          <a:bodyPr/>
          <a:lstStyle>
            <a:lvl1pPr>
              <a:defRPr/>
            </a:lvl1pPr>
          </a:lstStyle>
          <a:p>
            <a:r>
              <a:rPr lang="en-US"/>
              <a:t>   </a:t>
            </a:r>
          </a:p>
        </p:txBody>
      </p:sp>
      <p:sp>
        <p:nvSpPr>
          <p:cNvPr id="10" name="Rectangle 9">
            <a:extLst>
              <a:ext uri="{FF2B5EF4-FFF2-40B4-BE49-F238E27FC236}">
                <a16:creationId xmlns:a16="http://schemas.microsoft.com/office/drawing/2014/main" id="{4606EA5C-4A14-95D3-20DF-1EEB607C889B}"/>
              </a:ext>
            </a:extLst>
          </p:cNvPr>
          <p:cNvSpPr/>
          <p:nvPr/>
        </p:nvSpPr>
        <p:spPr>
          <a:xfrm flipH="1">
            <a:off x="7818127" y="28065917"/>
            <a:ext cx="36073073" cy="4852483"/>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9600"/>
          </a:p>
        </p:txBody>
      </p:sp>
      <p:sp>
        <p:nvSpPr>
          <p:cNvPr id="13" name="Rectangle 12">
            <a:extLst>
              <a:ext uri="{FF2B5EF4-FFF2-40B4-BE49-F238E27FC236}">
                <a16:creationId xmlns:a16="http://schemas.microsoft.com/office/drawing/2014/main" id="{D05652D2-BF56-96CE-426B-26972C38434D}"/>
              </a:ext>
            </a:extLst>
          </p:cNvPr>
          <p:cNvSpPr/>
          <p:nvPr/>
        </p:nvSpPr>
        <p:spPr>
          <a:xfrm rot="16200000" flipH="1">
            <a:off x="24996093" y="14023284"/>
            <a:ext cx="23731358" cy="14058860"/>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9600">
              <a:solidFill>
                <a:schemeClr val="tx1"/>
              </a:solidFill>
            </a:endParaRPr>
          </a:p>
        </p:txBody>
      </p:sp>
      <p:cxnSp>
        <p:nvCxnSpPr>
          <p:cNvPr id="12" name="Straight Connector 11">
            <a:extLst>
              <a:ext uri="{FF2B5EF4-FFF2-40B4-BE49-F238E27FC236}">
                <a16:creationId xmlns:a16="http://schemas.microsoft.com/office/drawing/2014/main" id="{2CA30D42-B5FE-EAD1-8419-4AD002C32B1F}"/>
              </a:ext>
            </a:extLst>
          </p:cNvPr>
          <p:cNvCxnSpPr>
            <a:cxnSpLocks/>
          </p:cNvCxnSpPr>
          <p:nvPr/>
        </p:nvCxnSpPr>
        <p:spPr>
          <a:xfrm>
            <a:off x="15936566" y="5163674"/>
            <a:ext cx="0" cy="23731368"/>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17757644" y="4852474"/>
            <a:ext cx="23372064" cy="2501798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954941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6307" y="4895095"/>
            <a:ext cx="12309768" cy="8911454"/>
          </a:xfrm>
        </p:spPr>
        <p:txBody>
          <a:bodyPr anchor="t">
            <a:normAutofit/>
          </a:bodyPr>
          <a:lstStyle>
            <a:lvl1pPr>
              <a:defRPr sz="1008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143CEBCA-7401-4C45-9EA2-96F31AFFE866}" type="datetimeFigureOut">
              <a:rPr lang="en-US" smtClean="0"/>
              <a:t>8/13/2026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16124289" y="1008547"/>
            <a:ext cx="9033422" cy="1755648"/>
          </a:xfrm>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0D3E43A0-C0C4-48C9-8A6F-103B85D8B0CD}"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1376604" y="14616199"/>
            <a:ext cx="12019471" cy="15827947"/>
          </a:xfrm>
          <a:blipFill>
            <a:blip r:embed="rId2">
              <a:alphaModFix amt="60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16124285" y="4895088"/>
            <a:ext cx="26334720" cy="2677363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737861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23317195" y="23556535"/>
            <a:ext cx="19153026" cy="6906590"/>
          </a:xfrm>
        </p:spPr>
        <p:txBody>
          <a:bodyPr anchor="t"/>
          <a:lstStyle>
            <a:lvl1pPr>
              <a:lnSpc>
                <a:spcPct val="100000"/>
              </a:lnSpc>
              <a:defRPr sz="7200">
                <a:solidFill>
                  <a:schemeClr val="tx1"/>
                </a:solidFill>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143CEBCA-7401-4C45-9EA2-96F31AFFE866}" type="datetimeFigureOut">
              <a:rPr lang="en-US" smtClean="0"/>
              <a:t>8/13/2026</a:t>
            </a:fld>
            <a:endParaRPr lang="en-US"/>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endParaRPr lang="en-US"/>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0D3E43A0-C0C4-48C9-8A6F-103B85D8B0CD}" type="slidenum">
              <a:rPr lang="en-US" smtClean="0"/>
              <a:t>‹#›</a:t>
            </a:fld>
            <a:endParaRPr lang="en-US"/>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988697" y="3680465"/>
            <a:ext cx="40753663" cy="16748760"/>
          </a:xfrm>
        </p:spPr>
        <p:txBody>
          <a:bodyPr/>
          <a:lstStyle>
            <a:lvl1pPr>
              <a:lnSpc>
                <a:spcPct val="85000"/>
              </a:lnSpc>
              <a:defRPr sz="864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1420978" y="22378766"/>
            <a:ext cx="41049245"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10707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4" y="0"/>
            <a:ext cx="43891207" cy="329184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9600"/>
          </a:p>
        </p:txBody>
      </p:sp>
      <p:sp>
        <p:nvSpPr>
          <p:cNvPr id="22" name="Rectangle 21">
            <a:extLst>
              <a:ext uri="{FF2B5EF4-FFF2-40B4-BE49-F238E27FC236}">
                <a16:creationId xmlns:a16="http://schemas.microsoft.com/office/drawing/2014/main" id="{A3602343-A974-BE4B-41E6-58237921FB4D}"/>
              </a:ext>
            </a:extLst>
          </p:cNvPr>
          <p:cNvSpPr/>
          <p:nvPr/>
        </p:nvSpPr>
        <p:spPr>
          <a:xfrm flipH="1">
            <a:off x="13260478" y="0"/>
            <a:ext cx="30630722" cy="329184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9600"/>
          </a:p>
        </p:txBody>
      </p:sp>
      <p:sp>
        <p:nvSpPr>
          <p:cNvPr id="23" name="Rectangle 22">
            <a:extLst>
              <a:ext uri="{FF2B5EF4-FFF2-40B4-BE49-F238E27FC236}">
                <a16:creationId xmlns:a16="http://schemas.microsoft.com/office/drawing/2014/main" id="{51022E84-7D91-EFA0-CBCA-F9AC98E6181F}"/>
              </a:ext>
            </a:extLst>
          </p:cNvPr>
          <p:cNvSpPr/>
          <p:nvPr/>
        </p:nvSpPr>
        <p:spPr>
          <a:xfrm rot="5400000">
            <a:off x="1517943" y="-1517942"/>
            <a:ext cx="35964211" cy="39000096"/>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9600">
              <a:solidFill>
                <a:srgbClr val="FFFFFF"/>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2205533" y="-5442509"/>
            <a:ext cx="38349936" cy="4643251"/>
          </a:xfrm>
        </p:spPr>
        <p:txBody>
          <a:bodyPr/>
          <a:lstStyle/>
          <a:p>
            <a:r>
              <a:rPr lang="en-US"/>
              <a:t>Click to edit Master title style</a:t>
            </a:r>
          </a:p>
        </p:txBody>
      </p:sp>
      <p:sp>
        <p:nvSpPr>
          <p:cNvPr id="3" name="Rectangle 2">
            <a:extLst>
              <a:ext uri="{FF2B5EF4-FFF2-40B4-BE49-F238E27FC236}">
                <a16:creationId xmlns:a16="http://schemas.microsoft.com/office/drawing/2014/main" id="{67DA0DC0-3518-750A-3821-192C03B2D059}"/>
              </a:ext>
            </a:extLst>
          </p:cNvPr>
          <p:cNvSpPr/>
          <p:nvPr/>
        </p:nvSpPr>
        <p:spPr>
          <a:xfrm rot="10800000">
            <a:off x="18114271" y="-97613"/>
            <a:ext cx="25776929" cy="33016013"/>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9600"/>
          </a:p>
        </p:txBody>
      </p:sp>
      <p:sp>
        <p:nvSpPr>
          <p:cNvPr id="24" name="Rectangle 23">
            <a:extLst>
              <a:ext uri="{FF2B5EF4-FFF2-40B4-BE49-F238E27FC236}">
                <a16:creationId xmlns:a16="http://schemas.microsoft.com/office/drawing/2014/main" id="{B5B402F4-533A-849C-ACAD-039056A5D174}"/>
              </a:ext>
            </a:extLst>
          </p:cNvPr>
          <p:cNvSpPr/>
          <p:nvPr/>
        </p:nvSpPr>
        <p:spPr>
          <a:xfrm flipH="1">
            <a:off x="32260" y="12981982"/>
            <a:ext cx="43858937" cy="19936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9600">
              <a:solidFill>
                <a:schemeClr val="tx1"/>
              </a:solidFill>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143CEBCA-7401-4C45-9EA2-96F31AFFE866}" type="datetimeFigureOut">
              <a:rPr lang="en-US" smtClean="0"/>
              <a:t>8/13/2026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endParaRPr lang="en-US"/>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0D3E43A0-C0C4-48C9-8A6F-103B85D8B0CD}" type="slidenum">
              <a:rPr lang="en-US" smtClean="0"/>
              <a:t>‹#›</a:t>
            </a:fld>
            <a:endParaRPr lang="en-US"/>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987554" y="12983741"/>
            <a:ext cx="35284410" cy="16984982"/>
          </a:xfrm>
        </p:spPr>
        <p:txBody>
          <a:bodyPr anchor="b"/>
          <a:lstStyle>
            <a:lvl1pPr>
              <a:lnSpc>
                <a:spcPct val="100000"/>
              </a:lnSpc>
              <a:defRPr sz="19440"/>
            </a:lvl1pPr>
            <a:lvl2pPr>
              <a:lnSpc>
                <a:spcPct val="100000"/>
              </a:lnSpc>
              <a:defRPr sz="17280"/>
            </a:lvl2pPr>
            <a:lvl3pPr>
              <a:lnSpc>
                <a:spcPct val="100000"/>
              </a:lnSpc>
              <a:defRPr sz="15840"/>
            </a:lvl3pPr>
            <a:lvl4pPr>
              <a:lnSpc>
                <a:spcPct val="100000"/>
              </a:lnSpc>
              <a:defRPr sz="14400"/>
            </a:lvl4pPr>
            <a:lvl5pPr>
              <a:lnSpc>
                <a:spcPct val="100000"/>
              </a:lnSpc>
              <a:defRPr sz="1296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472912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p:nvSpPr>
        <p:spPr>
          <a:xfrm>
            <a:off x="0" y="0"/>
            <a:ext cx="43891200" cy="32918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9600">
              <a:solidFill>
                <a:schemeClr val="tx1"/>
              </a:solidFill>
            </a:endParaRPr>
          </a:p>
        </p:txBody>
      </p:sp>
      <p:sp>
        <p:nvSpPr>
          <p:cNvPr id="8" name="Rectangle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18534780"/>
            <a:ext cx="43891200" cy="14451730"/>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39600">
              <a:solidFill>
                <a:schemeClr val="tx1"/>
              </a:solidFill>
            </a:endParaRPr>
          </a:p>
        </p:txBody>
      </p:sp>
      <p:sp>
        <p:nvSpPr>
          <p:cNvPr id="9" name="Rectangle 8">
            <a:extLst>
              <a:ext uri="{FF2B5EF4-FFF2-40B4-BE49-F238E27FC236}">
                <a16:creationId xmlns:a16="http://schemas.microsoft.com/office/drawing/2014/main" id="{CD2E260E-763F-A06B-2808-39975829F205}"/>
              </a:ext>
            </a:extLst>
          </p:cNvPr>
          <p:cNvSpPr/>
          <p:nvPr/>
        </p:nvSpPr>
        <p:spPr>
          <a:xfrm rot="5400000" flipH="1">
            <a:off x="5486420" y="-5486383"/>
            <a:ext cx="32918381" cy="43891175"/>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291840" rtl="0" eaLnBrk="1" fontAlgn="auto" latinLnBrk="0" hangingPunct="1">
              <a:lnSpc>
                <a:spcPct val="100000"/>
              </a:lnSpc>
              <a:spcBef>
                <a:spcPts val="0"/>
              </a:spcBef>
              <a:spcAft>
                <a:spcPts val="0"/>
              </a:spcAft>
              <a:buClrTx/>
              <a:buSzTx/>
              <a:buFontTx/>
              <a:buNone/>
              <a:tabLst/>
              <a:defRPr/>
            </a:pPr>
            <a:endParaRPr kumimoji="0" lang="en-US" sz="648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8E82642F-D94D-7313-EB9D-48E3CBEDD19C}"/>
              </a:ext>
            </a:extLst>
          </p:cNvPr>
          <p:cNvSpPr/>
          <p:nvPr/>
        </p:nvSpPr>
        <p:spPr>
          <a:xfrm rot="16200000" flipH="1">
            <a:off x="13716000" y="-13686966"/>
            <a:ext cx="16459200" cy="43833132"/>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291840" rtl="0" eaLnBrk="1" fontAlgn="auto" latinLnBrk="0" hangingPunct="1">
              <a:lnSpc>
                <a:spcPct val="100000"/>
              </a:lnSpc>
              <a:spcBef>
                <a:spcPts val="0"/>
              </a:spcBef>
              <a:spcAft>
                <a:spcPts val="0"/>
              </a:spcAft>
              <a:buClrTx/>
              <a:buSzTx/>
              <a:buFontTx/>
              <a:buNone/>
              <a:tabLst/>
              <a:defRPr/>
            </a:pPr>
            <a:endParaRPr kumimoji="0" lang="en-US" sz="648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6720840" y="23845366"/>
            <a:ext cx="30542789" cy="5049672"/>
          </a:xfrm>
        </p:spPr>
        <p:txBody>
          <a:bodyPr anchor="ctr">
            <a:normAutofit/>
          </a:bodyPr>
          <a:lstStyle>
            <a:lvl1pPr marL="493776" indent="-493776">
              <a:lnSpc>
                <a:spcPct val="100000"/>
              </a:lnSpc>
              <a:defRPr sz="72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143CEBCA-7401-4C45-9EA2-96F31AFFE866}" type="datetimeFigureOut">
              <a:rPr lang="en-US" smtClean="0"/>
              <a:t>8/13/2026</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0D3E43A0-C0C4-48C9-8A6F-103B85D8B0CD}" type="slidenum">
              <a:rPr lang="en-US" smtClean="0"/>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6720840" y="6747451"/>
            <a:ext cx="30542789" cy="14820586"/>
          </a:xfrm>
        </p:spPr>
        <p:txBody>
          <a:bodyPr vert="horz" lIns="91440" tIns="45720" rIns="91440" bIns="45720" rtlCol="0" anchor="ctr">
            <a:noAutofit/>
          </a:bodyPr>
          <a:lstStyle>
            <a:lvl1pPr marL="0" indent="0">
              <a:lnSpc>
                <a:spcPct val="100000"/>
              </a:lnSpc>
              <a:buNone/>
              <a:defRPr lang="en-US" sz="14400" b="0" dirty="0">
                <a:solidFill>
                  <a:schemeClr val="tx1"/>
                </a:solidFill>
              </a:defRPr>
            </a:lvl1pPr>
            <a:lvl2pPr marL="822960" indent="0">
              <a:lnSpc>
                <a:spcPct val="100000"/>
              </a:lnSpc>
              <a:buNone/>
              <a:defRPr lang="en-US" sz="14400" b="0" dirty="0">
                <a:solidFill>
                  <a:schemeClr val="tx1"/>
                </a:solidFill>
              </a:defRPr>
            </a:lvl2pPr>
            <a:lvl3pPr marL="1645920" indent="0">
              <a:lnSpc>
                <a:spcPct val="100000"/>
              </a:lnSpc>
              <a:buNone/>
              <a:defRPr lang="en-US" sz="14400" b="0" dirty="0">
                <a:solidFill>
                  <a:schemeClr val="tx1"/>
                </a:solidFill>
              </a:defRPr>
            </a:lvl3pPr>
            <a:lvl4pPr marL="2468880" indent="0">
              <a:lnSpc>
                <a:spcPct val="100000"/>
              </a:lnSpc>
              <a:buNone/>
              <a:defRPr lang="en-US" sz="14400" b="0" dirty="0">
                <a:solidFill>
                  <a:schemeClr val="tx1"/>
                </a:solidFill>
              </a:defRPr>
            </a:lvl4pPr>
            <a:lvl5pPr marL="3291840" indent="0">
              <a:lnSpc>
                <a:spcPct val="100000"/>
              </a:lnSpc>
              <a:buNone/>
              <a:defRPr lang="en-US" sz="12960" b="0" dirty="0">
                <a:solidFill>
                  <a:schemeClr val="tx1"/>
                </a:solidFill>
              </a:defRPr>
            </a:lvl5pPr>
          </a:lstStyle>
          <a:p>
            <a:pPr lvl="0"/>
            <a:r>
              <a:rPr lang="en-US"/>
              <a:t>Click to add Quote</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8D1ECC83-D6FA-D54B-81F2-EE93577E016F}"/>
              </a:ext>
            </a:extLst>
          </p:cNvPr>
          <p:cNvCxnSpPr>
            <a:cxnSpLocks/>
          </p:cNvCxnSpPr>
          <p:nvPr/>
        </p:nvCxnSpPr>
        <p:spPr>
          <a:xfrm flipH="1">
            <a:off x="7478228" y="23091907"/>
            <a:ext cx="2978540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28249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6309" y="3657600"/>
            <a:ext cx="25246386" cy="6630874"/>
          </a:xfrm>
        </p:spPr>
        <p:txBody>
          <a:bodyPr anchor="t">
            <a:noAutofit/>
          </a:bodyPr>
          <a:lstStyle>
            <a:lvl1pPr>
              <a:defRPr sz="1584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143CEBCA-7401-4C45-9EA2-96F31AFFE866}" type="datetimeFigureOut">
              <a:rPr lang="en-US" smtClean="0"/>
              <a:t>8/13/2026</a:t>
            </a:fld>
            <a:endParaRPr lang="en-US"/>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0D3E43A0-C0C4-48C9-8A6F-103B85D8B0CD}" type="slidenum">
              <a:rPr lang="en-US" smtClean="0"/>
              <a:t>‹#›</a:t>
            </a:fld>
            <a:endParaRPr lang="en-US"/>
          </a:p>
        </p:txBody>
      </p:sp>
      <p:cxnSp>
        <p:nvCxnSpPr>
          <p:cNvPr id="3" name="Straight Connector 2">
            <a:extLst>
              <a:ext uri="{FF2B5EF4-FFF2-40B4-BE49-F238E27FC236}">
                <a16:creationId xmlns:a16="http://schemas.microsoft.com/office/drawing/2014/main" id="{9ABA73FC-7BD1-70E0-E0BB-062C0B9E495C}"/>
              </a:ext>
            </a:extLst>
          </p:cNvPr>
          <p:cNvCxnSpPr>
            <a:cxnSpLocks/>
          </p:cNvCxnSpPr>
          <p:nvPr/>
        </p:nvCxnSpPr>
        <p:spPr>
          <a:xfrm flipH="1">
            <a:off x="1420978" y="14558256"/>
            <a:ext cx="41049245"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2F779-E4E9-1000-6D97-63D7AD0CD426}"/>
              </a:ext>
            </a:extLst>
          </p:cNvPr>
          <p:cNvSpPr/>
          <p:nvPr/>
        </p:nvSpPr>
        <p:spPr>
          <a:xfrm rot="5400000" flipH="1">
            <a:off x="15556998" y="4584189"/>
            <a:ext cx="12777211" cy="43891207"/>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9600"/>
          </a:p>
        </p:txBody>
      </p:sp>
      <p:sp>
        <p:nvSpPr>
          <p:cNvPr id="9" name="Rectangle 8">
            <a:extLst>
              <a:ext uri="{FF2B5EF4-FFF2-40B4-BE49-F238E27FC236}">
                <a16:creationId xmlns:a16="http://schemas.microsoft.com/office/drawing/2014/main" id="{B11177CF-A7A2-912C-416D-E7E03D2C5291}"/>
              </a:ext>
            </a:extLst>
          </p:cNvPr>
          <p:cNvSpPr/>
          <p:nvPr/>
        </p:nvSpPr>
        <p:spPr>
          <a:xfrm rot="5400000" flipH="1">
            <a:off x="14362176" y="3389371"/>
            <a:ext cx="15166848" cy="43891211"/>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960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811630" y="16459200"/>
            <a:ext cx="40218116" cy="1183493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371150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3CA1D0-5ABF-E529-5411-F834222E48FC}"/>
              </a:ext>
            </a:extLst>
          </p:cNvPr>
          <p:cNvSpPr/>
          <p:nvPr/>
        </p:nvSpPr>
        <p:spPr>
          <a:xfrm rot="5400000">
            <a:off x="16980303" y="-4544496"/>
            <a:ext cx="8760163" cy="42720768"/>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9600"/>
          </a:p>
        </p:txBody>
      </p:sp>
      <p:sp>
        <p:nvSpPr>
          <p:cNvPr id="4" name="Rectangle 3">
            <a:extLst>
              <a:ext uri="{FF2B5EF4-FFF2-40B4-BE49-F238E27FC236}">
                <a16:creationId xmlns:a16="http://schemas.microsoft.com/office/drawing/2014/main" id="{740F5D87-BF9C-3DAE-D977-87A4FA7749F4}"/>
              </a:ext>
            </a:extLst>
          </p:cNvPr>
          <p:cNvSpPr/>
          <p:nvPr/>
        </p:nvSpPr>
        <p:spPr>
          <a:xfrm rot="10800000" flipH="1">
            <a:off x="0" y="12435795"/>
            <a:ext cx="43891200" cy="8760158"/>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960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6309" y="3657600"/>
            <a:ext cx="21945596" cy="6981629"/>
          </a:xfrm>
        </p:spPr>
        <p:txBody>
          <a:bodyPr anchor="t">
            <a:normAutofit/>
          </a:bodyPr>
          <a:lstStyle>
            <a:lvl1pPr>
              <a:defRPr sz="1944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143CEBCA-7401-4C45-9EA2-96F31AFFE866}" type="datetimeFigureOut">
              <a:rPr lang="en-US" smtClean="0"/>
              <a:t>8/13/2026</a:t>
            </a:fld>
            <a:endParaRPr lang="en-US"/>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endParaRPr lang="en-US"/>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0D3E43A0-C0C4-48C9-8A6F-103B85D8B0CD}" type="slidenum">
              <a:rPr lang="en-US" smtClean="0"/>
              <a:t>‹#›</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27432002" y="16020290"/>
            <a:ext cx="12942616" cy="13577189"/>
          </a:xfrm>
        </p:spPr>
        <p:txBody>
          <a:bodyPr vert="horz" lIns="91440" tIns="45720" rIns="91440" bIns="45720" rtlCol="0">
            <a:normAutofit/>
          </a:bodyPr>
          <a:lstStyle>
            <a:lvl1pPr marL="0" indent="0">
              <a:buNone/>
              <a:defRPr lang="en-US" sz="6480" dirty="0"/>
            </a:lvl1pPr>
            <a:lvl2pPr marL="822960" indent="0">
              <a:buNone/>
              <a:defRPr lang="en-US" sz="5040" dirty="0"/>
            </a:lvl2pPr>
            <a:lvl3pPr marL="1645920" indent="0">
              <a:buNone/>
              <a:defRPr lang="en-US" sz="4320" dirty="0"/>
            </a:lvl3pPr>
            <a:lvl4pPr marL="2468880" indent="0">
              <a:buNone/>
              <a:defRPr lang="en-US" sz="3960" dirty="0"/>
            </a:lvl4pPr>
            <a:lvl5pPr marL="3291840" indent="0">
              <a:buNone/>
              <a:defRPr lang="en-US" sz="378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2947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6307" y="3511299"/>
            <a:ext cx="39090600" cy="3323467"/>
          </a:xfrm>
        </p:spPr>
        <p:txBody>
          <a:bodyPr/>
          <a:lstStyle>
            <a:lvl1pP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143CEBCA-7401-4C45-9EA2-96F31AFFE866}" type="datetimeFigureOut">
              <a:rPr lang="en-US" smtClean="0"/>
              <a:t>8/13/2026</a:t>
            </a:fld>
            <a:endParaRPr lang="en-US"/>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endParaRPr lang="en-US"/>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0D3E43A0-C0C4-48C9-8A6F-103B85D8B0CD}" type="slidenum">
              <a:rPr lang="en-US" smtClean="0"/>
              <a:t>‹#›</a:t>
            </a:fld>
            <a:endParaRPr lang="en-US"/>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1085852" y="8671560"/>
            <a:ext cx="18596610" cy="220141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24206008" y="8671560"/>
            <a:ext cx="17967960" cy="220141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1420978" y="7607808"/>
            <a:ext cx="41049245"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05910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2" y="3"/>
            <a:ext cx="43891196" cy="6421118"/>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9600"/>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086307" y="3511296"/>
            <a:ext cx="41707613" cy="3177898"/>
          </a:xfrm>
        </p:spPr>
        <p:txBody>
          <a:bodyPr/>
          <a:lstStyle>
            <a:lvl1pPr>
              <a:defRPr>
                <a:solidFill>
                  <a:schemeClr val="tx1"/>
                </a:solidFill>
              </a:defRPr>
            </a:lvl1pPr>
          </a:lstStyle>
          <a:p>
            <a:r>
              <a:rPr lang="en-US"/>
              <a:t>Click to edit Master title style</a:t>
            </a:r>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143CEBCA-7401-4C45-9EA2-96F31AFFE866}" type="datetimeFigureOut">
              <a:rPr lang="en-US" smtClean="0"/>
              <a:t>8/13/2026</a:t>
            </a:fld>
            <a:endParaRPr lang="en-US"/>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endParaRPr lang="en-US"/>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0D3E43A0-C0C4-48C9-8A6F-103B85D8B0CD}" type="slidenum">
              <a:rPr lang="en-US" smtClean="0"/>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086307" y="8523739"/>
            <a:ext cx="18598896" cy="3072384"/>
          </a:xfrm>
        </p:spPr>
        <p:txBody>
          <a:bodyPr anchor="ctr" anchorCtr="0">
            <a:normAutofit/>
          </a:bodyPr>
          <a:lstStyle>
            <a:lvl1pPr marL="0" indent="0">
              <a:lnSpc>
                <a:spcPct val="90000"/>
              </a:lnSpc>
              <a:buNone/>
              <a:defRPr sz="5760" b="1" cap="none" baseline="0"/>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1085852" y="11963909"/>
            <a:ext cx="18596610" cy="187218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24195024" y="8523730"/>
            <a:ext cx="18598896" cy="3072384"/>
          </a:xfrm>
        </p:spPr>
        <p:txBody>
          <a:bodyPr anchor="ctr" anchorCtr="0">
            <a:normAutofit/>
          </a:bodyPr>
          <a:lstStyle>
            <a:lvl1pPr marL="0" indent="0">
              <a:lnSpc>
                <a:spcPct val="90000"/>
              </a:lnSpc>
              <a:buNone/>
              <a:defRPr sz="5760" b="1" cap="none" baseline="0"/>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24206006" y="11963909"/>
            <a:ext cx="18654865" cy="187218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1420978" y="7583683"/>
            <a:ext cx="41049245"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p:nvSpPr>
        <p:spPr>
          <a:xfrm flipV="1">
            <a:off x="2" y="3"/>
            <a:ext cx="43891196" cy="6421118"/>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9600"/>
          </a:p>
        </p:txBody>
      </p:sp>
    </p:spTree>
    <p:extLst>
      <p:ext uri="{BB962C8B-B14F-4D97-AF65-F5344CB8AC3E}">
        <p14:creationId xmlns:p14="http://schemas.microsoft.com/office/powerpoint/2010/main" val="328183470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1086307" y="4828032"/>
            <a:ext cx="35661600" cy="3845002"/>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143CEBCA-7401-4C45-9EA2-96F31AFFE866}" type="datetimeFigureOut">
              <a:rPr lang="en-US" smtClean="0"/>
              <a:t>8/13/2026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0D3E43A0-C0C4-48C9-8A6F-103B85D8B0CD}" type="slidenum">
              <a:rPr lang="en-US" smtClean="0"/>
              <a:t>‹#›</a:t>
            </a:fld>
            <a:endParaRPr lang="en-US"/>
          </a:p>
        </p:txBody>
      </p:sp>
    </p:spTree>
    <p:extLst>
      <p:ext uri="{BB962C8B-B14F-4D97-AF65-F5344CB8AC3E}">
        <p14:creationId xmlns:p14="http://schemas.microsoft.com/office/powerpoint/2010/main" val="5768215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143CEBCA-7401-4C45-9EA2-96F31AFFE866}" type="datetimeFigureOut">
              <a:rPr lang="en-US" smtClean="0"/>
              <a:t>8/13/2026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0D3E43A0-C0C4-48C9-8A6F-103B85D8B0CD}" type="slidenum">
              <a:rPr lang="en-US" smtClean="0"/>
              <a:t>‹#›</a:t>
            </a:fld>
            <a:endParaRPr lang="en-US"/>
          </a:p>
        </p:txBody>
      </p:sp>
    </p:spTree>
    <p:extLst>
      <p:ext uri="{BB962C8B-B14F-4D97-AF65-F5344CB8AC3E}">
        <p14:creationId xmlns:p14="http://schemas.microsoft.com/office/powerpoint/2010/main" val="380411465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43CEBCA-7401-4C45-9EA2-96F31AFFE866}"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3E43A0-C0C4-48C9-8A6F-103B85D8B0CD}" type="slidenum">
              <a:rPr lang="en-US" smtClean="0"/>
              <a:t>‹#›</a:t>
            </a:fld>
            <a:endParaRPr lang="en-US"/>
          </a:p>
        </p:txBody>
      </p:sp>
    </p:spTree>
    <p:extLst>
      <p:ext uri="{BB962C8B-B14F-4D97-AF65-F5344CB8AC3E}">
        <p14:creationId xmlns:p14="http://schemas.microsoft.com/office/powerpoint/2010/main" val="289746493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086307" y="4171872"/>
            <a:ext cx="41774566" cy="4652189"/>
          </a:xfrm>
          <a:prstGeom prst="rect">
            <a:avLst/>
          </a:prstGeom>
        </p:spPr>
        <p:txBody>
          <a:bodyPr vert="horz" lIns="91440" tIns="45720" rIns="91440" bIns="45720" rtlCol="0" anchor="b">
            <a:normAutofit/>
          </a:bodyPr>
          <a:lstStyle/>
          <a:p>
            <a:r>
              <a:rPr lang="en-US"/>
              <a:t>Click to edit Master title style</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086307" y="1008547"/>
            <a:ext cx="6333437" cy="1755648"/>
          </a:xfrm>
          <a:prstGeom prst="rect">
            <a:avLst/>
          </a:prstGeom>
        </p:spPr>
        <p:txBody>
          <a:bodyPr vert="horz" lIns="91440" tIns="45720" rIns="91440" bIns="45720" rtlCol="0" anchor="ctr"/>
          <a:lstStyle>
            <a:lvl1pPr algn="l" rtl="0">
              <a:defRPr sz="2880" cap="none" spc="0" baseline="0">
                <a:solidFill>
                  <a:schemeClr val="tx1"/>
                </a:solidFill>
              </a:defRPr>
            </a:lvl1pPr>
          </a:lstStyle>
          <a:p>
            <a:fld id="{143CEBCA-7401-4C45-9EA2-96F31AFFE866}" type="datetimeFigureOut">
              <a:rPr lang="en-US" smtClean="0"/>
              <a:t>8/13/2026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27440946" y="1008547"/>
            <a:ext cx="9033422" cy="1755648"/>
          </a:xfrm>
          <a:prstGeom prst="rect">
            <a:avLst/>
          </a:prstGeom>
        </p:spPr>
        <p:txBody>
          <a:bodyPr vert="horz" lIns="91440" tIns="45720" rIns="91440" bIns="45720" rtlCol="0" anchor="ctr"/>
          <a:lstStyle>
            <a:lvl1pPr algn="l" rtl="0">
              <a:defRPr sz="2880" cap="none" spc="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40681165" y="1008547"/>
            <a:ext cx="2179710" cy="1755648"/>
          </a:xfrm>
          <a:prstGeom prst="rect">
            <a:avLst/>
          </a:prstGeom>
        </p:spPr>
        <p:txBody>
          <a:bodyPr vert="horz" lIns="91440" tIns="45720" rIns="91440" bIns="45720" rtlCol="0" anchor="ctr"/>
          <a:lstStyle>
            <a:lvl1pPr algn="r" rtl="0">
              <a:defRPr sz="2880" cap="none" spc="0" baseline="0">
                <a:solidFill>
                  <a:schemeClr val="tx1"/>
                </a:solidFill>
              </a:defRPr>
            </a:lvl1pPr>
          </a:lstStyle>
          <a:p>
            <a:fld id="{0D3E43A0-C0C4-48C9-8A6F-103B85D8B0CD}" type="slidenum">
              <a:rPr lang="en-US" smtClean="0"/>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086307" y="9826966"/>
            <a:ext cx="41774566" cy="2032628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6" name="Straight Connector 15">
            <a:extLst>
              <a:ext uri="{FF2B5EF4-FFF2-40B4-BE49-F238E27FC236}">
                <a16:creationId xmlns:a16="http://schemas.microsoft.com/office/drawing/2014/main" id="{A3E5EF3F-856F-01A0-B658-94EAB13FC060}"/>
              </a:ext>
            </a:extLst>
          </p:cNvPr>
          <p:cNvCxnSpPr>
            <a:cxnSpLocks/>
          </p:cNvCxnSpPr>
          <p:nvPr/>
        </p:nvCxnSpPr>
        <p:spPr>
          <a:xfrm flipH="1">
            <a:off x="1420978" y="3606302"/>
            <a:ext cx="41049245"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408040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Lst>
  <p:txStyles>
    <p:titleStyle>
      <a:lvl1pPr algn="l" defTabSz="3291840" rtl="0" eaLnBrk="1" latinLnBrk="0" hangingPunct="1">
        <a:lnSpc>
          <a:spcPct val="85000"/>
        </a:lnSpc>
        <a:spcBef>
          <a:spcPct val="0"/>
        </a:spcBef>
        <a:buNone/>
        <a:defRPr sz="10080" b="0" kern="1200" spc="0" baseline="0">
          <a:solidFill>
            <a:schemeClr val="tx1"/>
          </a:solidFill>
          <a:latin typeface="+mj-lt"/>
          <a:ea typeface="+mj-ea"/>
          <a:cs typeface="+mj-cs"/>
        </a:defRPr>
      </a:lvl1pPr>
    </p:titleStyle>
    <p:bodyStyle>
      <a:lvl1pPr marL="0" indent="0" algn="l" defTabSz="3291840" rtl="0" eaLnBrk="1" latinLnBrk="0" hangingPunct="1">
        <a:lnSpc>
          <a:spcPct val="120000"/>
        </a:lnSpc>
        <a:spcBef>
          <a:spcPts val="3600"/>
        </a:spcBef>
        <a:buFont typeface="Arial" panose="020B0604020202020204" pitchFamily="34" charset="0"/>
        <a:buNone/>
        <a:defRPr sz="5040" kern="1200" spc="0">
          <a:solidFill>
            <a:schemeClr val="tx1"/>
          </a:solidFill>
          <a:latin typeface="+mn-lt"/>
          <a:ea typeface="+mn-ea"/>
          <a:cs typeface="+mn-cs"/>
        </a:defRPr>
      </a:lvl1pPr>
      <a:lvl2pPr marL="822960" indent="0" algn="l" defTabSz="3291840" rtl="0" eaLnBrk="1" latinLnBrk="0" hangingPunct="1">
        <a:lnSpc>
          <a:spcPct val="120000"/>
        </a:lnSpc>
        <a:spcBef>
          <a:spcPts val="1800"/>
        </a:spcBef>
        <a:buFont typeface="Arial" panose="020B0604020202020204" pitchFamily="34" charset="0"/>
        <a:buNone/>
        <a:defRPr sz="5040" kern="1200" spc="0">
          <a:solidFill>
            <a:schemeClr val="tx1"/>
          </a:solidFill>
          <a:latin typeface="+mn-lt"/>
          <a:ea typeface="+mn-ea"/>
          <a:cs typeface="+mn-cs"/>
        </a:defRPr>
      </a:lvl2pPr>
      <a:lvl3pPr marL="1645920" indent="0" algn="l" defTabSz="3291840" rtl="0" eaLnBrk="1" latinLnBrk="0" hangingPunct="1">
        <a:lnSpc>
          <a:spcPct val="120000"/>
        </a:lnSpc>
        <a:spcBef>
          <a:spcPts val="1800"/>
        </a:spcBef>
        <a:buFont typeface="Arial" panose="020B0604020202020204" pitchFamily="34" charset="0"/>
        <a:buNone/>
        <a:defRPr sz="5040" kern="1200" spc="0">
          <a:solidFill>
            <a:schemeClr val="tx1"/>
          </a:solidFill>
          <a:latin typeface="+mn-lt"/>
          <a:ea typeface="+mn-ea"/>
          <a:cs typeface="+mn-cs"/>
        </a:defRPr>
      </a:lvl3pPr>
      <a:lvl4pPr marL="2468880" indent="0" algn="l" defTabSz="3291840" rtl="0" eaLnBrk="1" latinLnBrk="0" hangingPunct="1">
        <a:lnSpc>
          <a:spcPct val="120000"/>
        </a:lnSpc>
        <a:spcBef>
          <a:spcPts val="1800"/>
        </a:spcBef>
        <a:buFont typeface="Arial" panose="020B0604020202020204" pitchFamily="34" charset="0"/>
        <a:buNone/>
        <a:defRPr sz="5040" kern="1200" spc="0">
          <a:solidFill>
            <a:schemeClr val="tx1"/>
          </a:solidFill>
          <a:latin typeface="+mn-lt"/>
          <a:ea typeface="+mn-ea"/>
          <a:cs typeface="+mn-cs"/>
        </a:defRPr>
      </a:lvl4pPr>
      <a:lvl5pPr marL="3291840" indent="0" algn="l" defTabSz="3291840" rtl="0" eaLnBrk="1" latinLnBrk="0" hangingPunct="1">
        <a:lnSpc>
          <a:spcPct val="120000"/>
        </a:lnSpc>
        <a:spcBef>
          <a:spcPts val="1800"/>
        </a:spcBef>
        <a:buFont typeface="Arial" panose="020B0604020202020204" pitchFamily="34" charset="0"/>
        <a:buNone/>
        <a:defRPr sz="5040" kern="1200" spc="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840" rtl="0" eaLnBrk="1" latinLnBrk="0" hangingPunct="1">
        <a:defRPr sz="6480" kern="1200">
          <a:solidFill>
            <a:schemeClr val="tx1"/>
          </a:solidFill>
          <a:latin typeface="+mn-lt"/>
          <a:ea typeface="+mn-ea"/>
          <a:cs typeface="+mn-cs"/>
        </a:defRPr>
      </a:lvl1pPr>
      <a:lvl2pPr marL="1645920" algn="l" defTabSz="3291840" rtl="0" eaLnBrk="1" latinLnBrk="0" hangingPunct="1">
        <a:defRPr sz="6480" kern="1200">
          <a:solidFill>
            <a:schemeClr val="tx1"/>
          </a:solidFill>
          <a:latin typeface="+mn-lt"/>
          <a:ea typeface="+mn-ea"/>
          <a:cs typeface="+mn-cs"/>
        </a:defRPr>
      </a:lvl2pPr>
      <a:lvl3pPr marL="3291840" algn="l" defTabSz="3291840" rtl="0" eaLnBrk="1" latinLnBrk="0" hangingPunct="1">
        <a:defRPr sz="6480" kern="1200">
          <a:solidFill>
            <a:schemeClr val="tx1"/>
          </a:solidFill>
          <a:latin typeface="+mn-lt"/>
          <a:ea typeface="+mn-ea"/>
          <a:cs typeface="+mn-cs"/>
        </a:defRPr>
      </a:lvl3pPr>
      <a:lvl4pPr marL="4937760" algn="l" defTabSz="3291840" rtl="0" eaLnBrk="1" latinLnBrk="0" hangingPunct="1">
        <a:defRPr sz="6480" kern="1200">
          <a:solidFill>
            <a:schemeClr val="tx1"/>
          </a:solidFill>
          <a:latin typeface="+mn-lt"/>
          <a:ea typeface="+mn-ea"/>
          <a:cs typeface="+mn-cs"/>
        </a:defRPr>
      </a:lvl4pPr>
      <a:lvl5pPr marL="6583680" algn="l" defTabSz="3291840" rtl="0" eaLnBrk="1" latinLnBrk="0" hangingPunct="1">
        <a:defRPr sz="6480" kern="1200">
          <a:solidFill>
            <a:schemeClr val="tx1"/>
          </a:solidFill>
          <a:latin typeface="+mn-lt"/>
          <a:ea typeface="+mn-ea"/>
          <a:cs typeface="+mn-cs"/>
        </a:defRPr>
      </a:lvl5pPr>
      <a:lvl6pPr marL="8229600" algn="l" defTabSz="3291840" rtl="0" eaLnBrk="1" latinLnBrk="0" hangingPunct="1">
        <a:defRPr sz="6480" kern="1200">
          <a:solidFill>
            <a:schemeClr val="tx1"/>
          </a:solidFill>
          <a:latin typeface="+mn-lt"/>
          <a:ea typeface="+mn-ea"/>
          <a:cs typeface="+mn-cs"/>
        </a:defRPr>
      </a:lvl6pPr>
      <a:lvl7pPr marL="9875520" algn="l" defTabSz="3291840" rtl="0" eaLnBrk="1" latinLnBrk="0" hangingPunct="1">
        <a:defRPr sz="6480" kern="1200">
          <a:solidFill>
            <a:schemeClr val="tx1"/>
          </a:solidFill>
          <a:latin typeface="+mn-lt"/>
          <a:ea typeface="+mn-ea"/>
          <a:cs typeface="+mn-cs"/>
        </a:defRPr>
      </a:lvl7pPr>
      <a:lvl8pPr marL="11521440" algn="l" defTabSz="3291840" rtl="0" eaLnBrk="1" latinLnBrk="0" hangingPunct="1">
        <a:defRPr sz="6480" kern="1200">
          <a:solidFill>
            <a:schemeClr val="tx1"/>
          </a:solidFill>
          <a:latin typeface="+mn-lt"/>
          <a:ea typeface="+mn-ea"/>
          <a:cs typeface="+mn-cs"/>
        </a:defRPr>
      </a:lvl8pPr>
      <a:lvl9pPr marL="13167360" algn="l" defTabSz="3291840" rtl="0" eaLnBrk="1" latinLnBrk="0" hangingPunct="1">
        <a:defRPr sz="648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p15:clr>
            <a:srgbClr val="F26B43"/>
          </p15:clr>
        </p15:guide>
        <p15:guide id="22" orient="horz" pos="2160">
          <p15:clr>
            <a:srgbClr val="F26B43"/>
          </p15:clr>
        </p15:guide>
        <p15:guide id="23" pos="4800">
          <p15:clr>
            <a:srgbClr val="F26B43"/>
          </p15:clr>
        </p15:guide>
        <p15:guide id="24" orient="horz" pos="480">
          <p15:clr>
            <a:srgbClr val="F26B43"/>
          </p15:clr>
        </p15:guide>
        <p15:guide id="25" orient="horz" pos="864">
          <p15:clr>
            <a:srgbClr val="F26B43"/>
          </p15:clr>
        </p15:guide>
        <p15:guide id="26" pos="7392">
          <p15:clr>
            <a:srgbClr val="F26B43"/>
          </p15:clr>
        </p15:guide>
        <p15:guide id="27" orient="horz" pos="3840">
          <p15:clr>
            <a:srgbClr val="F26B43"/>
          </p15:clr>
        </p15:guide>
        <p15:guide id="28" pos="240">
          <p15:clr>
            <a:srgbClr val="F26B43"/>
          </p15:clr>
        </p15:guide>
        <p15:guide id="29" pos="7440">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0.jpeg"/><Relationship Id="rId13" Type="http://schemas.openxmlformats.org/officeDocument/2006/relationships/hyperlink" Target="https://arxiv.org/abs/2311.05232" TargetMode="External"/><Relationship Id="rId3" Type="http://schemas.openxmlformats.org/officeDocument/2006/relationships/image" Target="../media/image5.jpeg"/><Relationship Id="rId7" Type="http://schemas.openxmlformats.org/officeDocument/2006/relationships/image" Target="../media/image9.png"/><Relationship Id="rId12" Type="http://schemas.openxmlformats.org/officeDocument/2006/relationships/hyperlink" Target="https://arxiv.org/abs/2202.03629" TargetMode="External"/><Relationship Id="rId2" Type="http://schemas.openxmlformats.org/officeDocument/2006/relationships/hyperlink" Target="https://ai-hallucination-detector-m8ffq5xeappttirgcs23sbk.streamlit.app/" TargetMode="External"/><Relationship Id="rId1" Type="http://schemas.openxmlformats.org/officeDocument/2006/relationships/slideLayout" Target="../slideLayouts/slideLayout28.xml"/><Relationship Id="rId6" Type="http://schemas.openxmlformats.org/officeDocument/2006/relationships/image" Target="../media/image8.png"/><Relationship Id="rId11" Type="http://schemas.openxmlformats.org/officeDocument/2006/relationships/hyperlink" Target="https://aclanthology.org/2024.acl-long.585/" TargetMode="External"/><Relationship Id="rId5" Type="http://schemas.openxmlformats.org/officeDocument/2006/relationships/image" Target="../media/image7.png"/><Relationship Id="rId10" Type="http://schemas.openxmlformats.org/officeDocument/2006/relationships/image" Target="../media/image12.jpeg"/><Relationship Id="rId4" Type="http://schemas.openxmlformats.org/officeDocument/2006/relationships/image" Target="../media/image6.png"/><Relationship Id="rId9" Type="http://schemas.openxmlformats.org/officeDocument/2006/relationships/image" Target="../media/image1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72186FBA-4B20-48BE-B919-AEB6D0A6B028}"/>
              </a:ext>
            </a:extLst>
          </p:cNvPr>
          <p:cNvGrpSpPr/>
          <p:nvPr/>
        </p:nvGrpSpPr>
        <p:grpSpPr>
          <a:xfrm>
            <a:off x="11477614" y="16029729"/>
            <a:ext cx="10306968" cy="16431471"/>
            <a:chOff x="11477614" y="16029729"/>
            <a:chExt cx="10306968" cy="16431471"/>
          </a:xfrm>
          <a:solidFill>
            <a:schemeClr val="tx2">
              <a:lumMod val="75000"/>
            </a:schemeClr>
          </a:solidFill>
        </p:grpSpPr>
        <p:sp>
          <p:nvSpPr>
            <p:cNvPr id="65" name="Rectangle 64"/>
            <p:cNvSpPr/>
            <p:nvPr/>
          </p:nvSpPr>
          <p:spPr>
            <a:xfrm>
              <a:off x="11762041" y="16420742"/>
              <a:ext cx="10022541" cy="1604045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A402271A-8E8D-41D7-9075-F9EF7A38037F}"/>
                </a:ext>
              </a:extLst>
            </p:cNvPr>
            <p:cNvSpPr/>
            <p:nvPr/>
          </p:nvSpPr>
          <p:spPr>
            <a:xfrm>
              <a:off x="11477614" y="16029729"/>
              <a:ext cx="9978583" cy="1613599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 name="Group 4">
            <a:extLst>
              <a:ext uri="{FF2B5EF4-FFF2-40B4-BE49-F238E27FC236}">
                <a16:creationId xmlns:a16="http://schemas.microsoft.com/office/drawing/2014/main" id="{ABEF0ACA-30CF-4891-910F-A2FDDB969CFC}"/>
              </a:ext>
            </a:extLst>
          </p:cNvPr>
          <p:cNvGrpSpPr/>
          <p:nvPr/>
        </p:nvGrpSpPr>
        <p:grpSpPr>
          <a:xfrm>
            <a:off x="22269428" y="6117871"/>
            <a:ext cx="10296556" cy="26343328"/>
            <a:chOff x="22269428" y="5445691"/>
            <a:chExt cx="10296556" cy="27015508"/>
          </a:xfrm>
          <a:solidFill>
            <a:schemeClr val="tx2">
              <a:lumMod val="75000"/>
            </a:schemeClr>
          </a:solidFill>
        </p:grpSpPr>
        <p:sp>
          <p:nvSpPr>
            <p:cNvPr id="68" name="Rectangle 67"/>
            <p:cNvSpPr/>
            <p:nvPr/>
          </p:nvSpPr>
          <p:spPr>
            <a:xfrm>
              <a:off x="22543444" y="5952232"/>
              <a:ext cx="10022541" cy="265089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FB9821F6-9316-4B17-AB7E-9528035DE257}"/>
                </a:ext>
              </a:extLst>
            </p:cNvPr>
            <p:cNvSpPr/>
            <p:nvPr/>
          </p:nvSpPr>
          <p:spPr>
            <a:xfrm>
              <a:off x="22269428" y="5445691"/>
              <a:ext cx="9978583" cy="26720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 name="Group 5">
            <a:extLst>
              <a:ext uri="{FF2B5EF4-FFF2-40B4-BE49-F238E27FC236}">
                <a16:creationId xmlns:a16="http://schemas.microsoft.com/office/drawing/2014/main" id="{4F6A3F08-0BC0-4BCA-80AC-7F2DC5241070}"/>
              </a:ext>
            </a:extLst>
          </p:cNvPr>
          <p:cNvGrpSpPr/>
          <p:nvPr/>
        </p:nvGrpSpPr>
        <p:grpSpPr>
          <a:xfrm>
            <a:off x="33061244" y="6117871"/>
            <a:ext cx="10296555" cy="26343328"/>
            <a:chOff x="33061244" y="5445691"/>
            <a:chExt cx="10296555" cy="27015508"/>
          </a:xfrm>
          <a:solidFill>
            <a:schemeClr val="tx2">
              <a:lumMod val="75000"/>
            </a:schemeClr>
          </a:solidFill>
        </p:grpSpPr>
        <p:sp>
          <p:nvSpPr>
            <p:cNvPr id="69" name="Rectangle 68"/>
            <p:cNvSpPr/>
            <p:nvPr/>
          </p:nvSpPr>
          <p:spPr>
            <a:xfrm>
              <a:off x="33335258" y="5952232"/>
              <a:ext cx="10022541" cy="265089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2903983E-51FF-4B04-8FC4-0997FEEBAC99}"/>
                </a:ext>
              </a:extLst>
            </p:cNvPr>
            <p:cNvSpPr/>
            <p:nvPr/>
          </p:nvSpPr>
          <p:spPr>
            <a:xfrm>
              <a:off x="33061244" y="5445691"/>
              <a:ext cx="9978583" cy="26720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 name="Group 2">
            <a:extLst>
              <a:ext uri="{FF2B5EF4-FFF2-40B4-BE49-F238E27FC236}">
                <a16:creationId xmlns:a16="http://schemas.microsoft.com/office/drawing/2014/main" id="{202EC205-E470-4505-86EC-21C9FB3B20AD}"/>
              </a:ext>
            </a:extLst>
          </p:cNvPr>
          <p:cNvGrpSpPr/>
          <p:nvPr/>
        </p:nvGrpSpPr>
        <p:grpSpPr>
          <a:xfrm>
            <a:off x="685799" y="16029729"/>
            <a:ext cx="10296555" cy="16431471"/>
            <a:chOff x="685799" y="16029729"/>
            <a:chExt cx="10296555" cy="16431471"/>
          </a:xfrm>
          <a:solidFill>
            <a:schemeClr val="tx2">
              <a:lumMod val="75000"/>
            </a:schemeClr>
          </a:solidFill>
        </p:grpSpPr>
        <p:sp>
          <p:nvSpPr>
            <p:cNvPr id="64" name="Rectangle 63"/>
            <p:cNvSpPr/>
            <p:nvPr/>
          </p:nvSpPr>
          <p:spPr>
            <a:xfrm>
              <a:off x="959813" y="16420742"/>
              <a:ext cx="10022541" cy="1604045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F00A6A35-81A5-48B0-BD00-53BD5FD9AE6F}"/>
                </a:ext>
              </a:extLst>
            </p:cNvPr>
            <p:cNvSpPr/>
            <p:nvPr/>
          </p:nvSpPr>
          <p:spPr>
            <a:xfrm>
              <a:off x="685799" y="16029729"/>
              <a:ext cx="9978583" cy="1613599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up 1">
            <a:extLst>
              <a:ext uri="{FF2B5EF4-FFF2-40B4-BE49-F238E27FC236}">
                <a16:creationId xmlns:a16="http://schemas.microsoft.com/office/drawing/2014/main" id="{2B3D9C5F-17C5-4484-BB29-2B5981BDAAB5}"/>
              </a:ext>
            </a:extLst>
          </p:cNvPr>
          <p:cNvGrpSpPr/>
          <p:nvPr/>
        </p:nvGrpSpPr>
        <p:grpSpPr>
          <a:xfrm>
            <a:off x="685801" y="6117871"/>
            <a:ext cx="21098780" cy="9289790"/>
            <a:chOff x="685801" y="5445691"/>
            <a:chExt cx="21098780" cy="9961970"/>
          </a:xfrm>
          <a:solidFill>
            <a:schemeClr val="accent4">
              <a:lumMod val="40000"/>
              <a:lumOff val="60000"/>
            </a:schemeClr>
          </a:solidFill>
        </p:grpSpPr>
        <p:sp>
          <p:nvSpPr>
            <p:cNvPr id="53" name="Rectangle 52"/>
            <p:cNvSpPr/>
            <p:nvPr/>
          </p:nvSpPr>
          <p:spPr>
            <a:xfrm>
              <a:off x="959813" y="5752283"/>
              <a:ext cx="20824769" cy="96553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AA9F8C9D-F26D-4848-9D04-66955C187D6D}"/>
                </a:ext>
              </a:extLst>
            </p:cNvPr>
            <p:cNvSpPr/>
            <p:nvPr/>
          </p:nvSpPr>
          <p:spPr>
            <a:xfrm>
              <a:off x="685801" y="5445691"/>
              <a:ext cx="20770396" cy="96553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6" name="TextBox 75"/>
          <p:cNvSpPr txBox="1"/>
          <p:nvPr/>
        </p:nvSpPr>
        <p:spPr>
          <a:xfrm>
            <a:off x="883613" y="7350358"/>
            <a:ext cx="20376187" cy="7632859"/>
          </a:xfrm>
          <a:prstGeom prst="rect">
            <a:avLst/>
          </a:prstGeom>
          <a:noFill/>
        </p:spPr>
        <p:txBody>
          <a:bodyPr wrap="square" lIns="91440" tIns="45720" rIns="91440" bIns="45720" rtlCol="0" anchor="t">
            <a:spAutoFit/>
          </a:bodyPr>
          <a:lstStyle/>
          <a:p>
            <a:pPr lvl="0"/>
            <a:r>
              <a:rPr lang="en-US" sz="3200" b="1">
                <a:solidFill>
                  <a:schemeClr val="accent1">
                    <a:lumMod val="49000"/>
                  </a:schemeClr>
                </a:solidFill>
                <a:latin typeface="Urdu Typesetting" panose="03020402040406030203" pitchFamily="66" charset="-78"/>
                <a:cs typeface="Urdu Typesetting" panose="03020402040406030203" pitchFamily="66" charset="-78"/>
              </a:rPr>
              <a:t>Background:</a:t>
            </a:r>
          </a:p>
          <a:p>
            <a:r>
              <a:rPr lang="en-US" sz="2600">
                <a:solidFill>
                  <a:schemeClr val="accent4">
                    <a:lumMod val="49000"/>
                  </a:schemeClr>
                </a:solidFill>
                <a:latin typeface="Urdu Typesetting" panose="03020402040406030203" pitchFamily="66" charset="-78"/>
                <a:ea typeface="+mn-lt"/>
                <a:cs typeface="Urdu Typesetting" panose="03020402040406030203" pitchFamily="66" charset="-78"/>
              </a:rPr>
              <a:t>Artificial intelligence is increasingly used in healthcare, finance, education, customer service, and other enterprise applications. However, AI systems can produce hallucinations, which are responses that sound convincing but contain unsupported or incorrect information.</a:t>
            </a:r>
          </a:p>
          <a:p>
            <a:endParaRPr lang="en-US" sz="2400">
              <a:solidFill>
                <a:schemeClr val="bg1"/>
              </a:solidFill>
              <a:cs typeface="Calibri"/>
            </a:endParaRPr>
          </a:p>
          <a:p>
            <a:r>
              <a:rPr lang="en-US" sz="3200" b="1">
                <a:solidFill>
                  <a:schemeClr val="accent1">
                    <a:lumMod val="49000"/>
                  </a:schemeClr>
                </a:solidFill>
                <a:latin typeface="Urdu Typesetting" panose="03020402040406030203" pitchFamily="66" charset="-78"/>
                <a:ea typeface="+mn-lt"/>
                <a:cs typeface="Urdu Typesetting" panose="03020402040406030203" pitchFamily="66" charset="-78"/>
              </a:rPr>
              <a:t>Problem &amp; Importance: </a:t>
            </a:r>
            <a:br>
              <a:rPr lang="en-US" sz="2400">
                <a:solidFill>
                  <a:schemeClr val="bg1"/>
                </a:solidFill>
                <a:ea typeface="+mn-lt"/>
                <a:cs typeface="+mn-lt"/>
              </a:rPr>
            </a:br>
            <a:r>
              <a:rPr lang="en-US" sz="2600">
                <a:solidFill>
                  <a:schemeClr val="accent4">
                    <a:lumMod val="49000"/>
                  </a:schemeClr>
                </a:solidFill>
                <a:latin typeface="Urdu Typesetting" panose="03020402040406030203" pitchFamily="66" charset="-78"/>
                <a:ea typeface="+mn-lt"/>
                <a:cs typeface="Urdu Typesetting" panose="03020402040406030203" pitchFamily="66" charset="-78"/>
              </a:rPr>
              <a:t>AI hallucinations can spread misinformation, reduce trust in AI systems, and negatively affect decision-making. Detecting these responses is important for developing safer, more transparent, and reliable AI systems.</a:t>
            </a:r>
          </a:p>
          <a:p>
            <a:endParaRPr lang="en-US" sz="2400">
              <a:solidFill>
                <a:schemeClr val="bg1"/>
              </a:solidFill>
              <a:cs typeface="Calibri"/>
            </a:endParaRPr>
          </a:p>
          <a:p>
            <a:r>
              <a:rPr lang="en-US" sz="3200" b="1">
                <a:solidFill>
                  <a:schemeClr val="accent1">
                    <a:lumMod val="49000"/>
                  </a:schemeClr>
                </a:solidFill>
                <a:latin typeface="Urdu Typesetting" panose="03020402040406030203" pitchFamily="66" charset="-78"/>
                <a:ea typeface="+mn-lt"/>
                <a:cs typeface="Urdu Typesetting" panose="03020402040406030203" pitchFamily="66" charset="-78"/>
              </a:rPr>
              <a:t>Research Question:</a:t>
            </a:r>
          </a:p>
          <a:p>
            <a:r>
              <a:rPr lang="en-US" sz="2600" b="1" i="1">
                <a:solidFill>
                  <a:schemeClr val="accent4">
                    <a:lumMod val="49000"/>
                  </a:schemeClr>
                </a:solidFill>
                <a:latin typeface="Urdu Typesetting" panose="03020402040406030203" pitchFamily="66" charset="-78"/>
                <a:ea typeface="+mn-lt"/>
                <a:cs typeface="Urdu Typesetting" panose="03020402040406030203" pitchFamily="66" charset="-78"/>
              </a:rPr>
              <a:t>Can a single hallucination detector be deployed across different enterprise applications, or does accuracy degrade significantly by domain?</a:t>
            </a:r>
            <a:endParaRPr lang="en-US" sz="2600" b="1" i="1">
              <a:solidFill>
                <a:schemeClr val="accent4">
                  <a:lumMod val="49000"/>
                </a:schemeClr>
              </a:solidFill>
              <a:latin typeface="Urdu Typesetting" panose="03020402040406030203" pitchFamily="66" charset="-78"/>
              <a:cs typeface="Urdu Typesetting" panose="03020402040406030203" pitchFamily="66" charset="-78"/>
            </a:endParaRPr>
          </a:p>
          <a:p>
            <a:endParaRPr lang="en-US" sz="2400">
              <a:solidFill>
                <a:schemeClr val="bg1"/>
              </a:solidFill>
              <a:cs typeface="Calibri"/>
            </a:endParaRPr>
          </a:p>
          <a:p>
            <a:r>
              <a:rPr lang="en-US" sz="3200" b="1">
                <a:solidFill>
                  <a:schemeClr val="accent1">
                    <a:lumMod val="49000"/>
                  </a:schemeClr>
                </a:solidFill>
                <a:latin typeface="Urdu Typesetting" panose="03020402040406030203" pitchFamily="66" charset="-78"/>
                <a:ea typeface="+mn-lt"/>
                <a:cs typeface="Urdu Typesetting" panose="03020402040406030203" pitchFamily="66" charset="-78"/>
              </a:rPr>
              <a:t>Project Goal:</a:t>
            </a:r>
          </a:p>
          <a:p>
            <a:r>
              <a:rPr lang="en-US" sz="2600">
                <a:solidFill>
                  <a:schemeClr val="accent4">
                    <a:lumMod val="49000"/>
                  </a:schemeClr>
                </a:solidFill>
                <a:latin typeface="Urdu Typesetting" panose="03020402040406030203" pitchFamily="66" charset="-78"/>
                <a:ea typeface="+mn-lt"/>
                <a:cs typeface="Urdu Typesetting" panose="03020402040406030203" pitchFamily="66" charset="-78"/>
              </a:rPr>
              <a:t>Our goal was to use machine learning to classify AI-generated responses as hallucinated or factual, compare Logistic Regression and Decision Tree classifiers, and deploy the best-performing model as an interactive application.</a:t>
            </a:r>
          </a:p>
          <a:p>
            <a:endParaRPr lang="en-US" sz="2400">
              <a:solidFill>
                <a:schemeClr val="bg1"/>
              </a:solidFill>
              <a:cs typeface="Calibri"/>
            </a:endParaRPr>
          </a:p>
          <a:p>
            <a:r>
              <a:rPr lang="en-US" sz="3200" b="1">
                <a:solidFill>
                  <a:schemeClr val="accent1">
                    <a:lumMod val="49000"/>
                  </a:schemeClr>
                </a:solidFill>
                <a:latin typeface="Urdu Typesetting" panose="03020402040406030203" pitchFamily="66" charset="-78"/>
                <a:ea typeface="+mn-lt"/>
                <a:cs typeface="Urdu Typesetting" panose="03020402040406030203" pitchFamily="66" charset="-78"/>
              </a:rPr>
              <a:t>Why It Matters:</a:t>
            </a:r>
          </a:p>
          <a:p>
            <a:r>
              <a:rPr lang="en-US" sz="2600">
                <a:solidFill>
                  <a:schemeClr val="accent4">
                    <a:lumMod val="49000"/>
                  </a:schemeClr>
                </a:solidFill>
                <a:latin typeface="Urdu Typesetting" panose="03020402040406030203" pitchFamily="66" charset="-78"/>
                <a:ea typeface="+mn-lt"/>
                <a:cs typeface="Urdu Typesetting" panose="03020402040406030203" pitchFamily="66" charset="-78"/>
              </a:rPr>
              <a:t>Reliable hallucination detection can support safer AI use across high-impact applications and help users identify potentially unreliable AI-generated information</a:t>
            </a:r>
            <a:r>
              <a:rPr lang="en-US" sz="2600">
                <a:solidFill>
                  <a:schemeClr val="accent4">
                    <a:lumMod val="49000"/>
                  </a:schemeClr>
                </a:solidFill>
                <a:ea typeface="+mn-lt"/>
                <a:cs typeface="+mn-lt"/>
              </a:rPr>
              <a:t>.</a:t>
            </a:r>
            <a:endParaRPr lang="en-US" sz="2600">
              <a:solidFill>
                <a:schemeClr val="accent4">
                  <a:lumMod val="49000"/>
                </a:schemeClr>
              </a:solidFill>
            </a:endParaRPr>
          </a:p>
        </p:txBody>
      </p:sp>
      <p:sp>
        <p:nvSpPr>
          <p:cNvPr id="89" name="Rectangle 88"/>
          <p:cNvSpPr/>
          <p:nvPr/>
        </p:nvSpPr>
        <p:spPr>
          <a:xfrm>
            <a:off x="685799" y="6348559"/>
            <a:ext cx="82296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rIns="274320" rtlCol="0" anchor="ctr"/>
          <a:lstStyle/>
          <a:p>
            <a:r>
              <a:rPr lang="en-US" sz="3600">
                <a:solidFill>
                  <a:schemeClr val="accent5"/>
                </a:solidFill>
                <a:latin typeface="Amaranth" panose="02000503050000020004" pitchFamily="2" charset="0"/>
                <a:cs typeface="Times New Roman" pitchFamily="18" charset="0"/>
              </a:rPr>
              <a:t>Introduction</a:t>
            </a:r>
          </a:p>
        </p:txBody>
      </p:sp>
      <p:sp>
        <p:nvSpPr>
          <p:cNvPr id="41" name="Rectangle 40">
            <a:extLst>
              <a:ext uri="{FF2B5EF4-FFF2-40B4-BE49-F238E27FC236}">
                <a16:creationId xmlns:a16="http://schemas.microsoft.com/office/drawing/2014/main" id="{0057C5BE-1048-41F4-B291-71C5FE53A785}"/>
              </a:ext>
            </a:extLst>
          </p:cNvPr>
          <p:cNvSpPr/>
          <p:nvPr/>
        </p:nvSpPr>
        <p:spPr>
          <a:xfrm>
            <a:off x="685799" y="16459200"/>
            <a:ext cx="82296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rIns="274320" rtlCol="0" anchor="ctr"/>
          <a:lstStyle/>
          <a:p>
            <a:r>
              <a:rPr lang="en-US" sz="3600">
                <a:solidFill>
                  <a:schemeClr val="accent1">
                    <a:lumMod val="75000"/>
                  </a:schemeClr>
                </a:solidFill>
                <a:latin typeface="Amaranth" panose="02000503050000020004" pitchFamily="2" charset="0"/>
                <a:cs typeface="Times New Roman" pitchFamily="18" charset="0"/>
              </a:rPr>
              <a:t> </a:t>
            </a:r>
            <a:r>
              <a:rPr lang="en-US" sz="3600">
                <a:solidFill>
                  <a:schemeClr val="accent5"/>
                </a:solidFill>
                <a:latin typeface="Amaranth" panose="02000503050000020004" pitchFamily="2" charset="0"/>
                <a:cs typeface="Times New Roman" pitchFamily="18" charset="0"/>
              </a:rPr>
              <a:t>Visualizations</a:t>
            </a:r>
          </a:p>
        </p:txBody>
      </p:sp>
      <p:sp>
        <p:nvSpPr>
          <p:cNvPr id="42" name="TextBox 41">
            <a:extLst>
              <a:ext uri="{FF2B5EF4-FFF2-40B4-BE49-F238E27FC236}">
                <a16:creationId xmlns:a16="http://schemas.microsoft.com/office/drawing/2014/main" id="{19038CD7-8151-441F-8271-E513E2717D2A}"/>
              </a:ext>
            </a:extLst>
          </p:cNvPr>
          <p:cNvSpPr txBox="1"/>
          <p:nvPr/>
        </p:nvSpPr>
        <p:spPr>
          <a:xfrm>
            <a:off x="11675428" y="17607304"/>
            <a:ext cx="9479587" cy="8540800"/>
          </a:xfrm>
          <a:prstGeom prst="rect">
            <a:avLst/>
          </a:prstGeom>
          <a:noFill/>
        </p:spPr>
        <p:txBody>
          <a:bodyPr wrap="square" rtlCol="0">
            <a:spAutoFit/>
          </a:bodyPr>
          <a:lstStyle/>
          <a:p>
            <a:pPr lvl="0"/>
            <a:r>
              <a:rPr lang="en-US" sz="2500" b="1">
                <a:solidFill>
                  <a:schemeClr val="bg1"/>
                </a:solidFill>
                <a:latin typeface="Urdu Typesetting" panose="03020402040406030203" pitchFamily="66" charset="-78"/>
                <a:cs typeface="Urdu Typesetting" panose="03020402040406030203" pitchFamily="66" charset="-78"/>
              </a:rPr>
              <a:t>DATASET  &amp; DATA EXPLORATION</a:t>
            </a:r>
          </a:p>
          <a:p>
            <a:pPr marL="342900" lvl="0" indent="-342900">
              <a:buFont typeface="Wingdings" panose="05000000000000000000" pitchFamily="2" charset="2"/>
              <a:buChar char="§"/>
            </a:pPr>
            <a:r>
              <a:rPr lang="en-US" sz="2500" b="1">
                <a:solidFill>
                  <a:schemeClr val="bg1"/>
                </a:solidFill>
                <a:latin typeface="Urdu Typesetting" panose="03020402040406030203" pitchFamily="66" charset="-78"/>
                <a:cs typeface="Urdu Typesetting" panose="03020402040406030203" pitchFamily="66" charset="-78"/>
              </a:rPr>
              <a:t>Dataset Overview</a:t>
            </a:r>
          </a:p>
          <a:p>
            <a:pPr marL="800100" lvl="1" indent="-342900">
              <a:buFont typeface="Wingdings" panose="05000000000000000000" pitchFamily="2" charset="2"/>
              <a:buChar char="§"/>
            </a:pPr>
            <a:r>
              <a:rPr lang="en-US" sz="2500" b="1">
                <a:solidFill>
                  <a:schemeClr val="bg1"/>
                </a:solidFill>
                <a:latin typeface="Urdu Typesetting" panose="03020402040406030203" pitchFamily="66" charset="-78"/>
                <a:cs typeface="Urdu Typesetting" panose="03020402040406030203" pitchFamily="66" charset="-78"/>
              </a:rPr>
              <a:t>Source: </a:t>
            </a:r>
            <a:r>
              <a:rPr lang="en-US" sz="2500" b="1" err="1">
                <a:solidFill>
                  <a:schemeClr val="bg1"/>
                </a:solidFill>
                <a:latin typeface="Urdu Typesetting" panose="03020402040406030203" pitchFamily="66" charset="-78"/>
                <a:cs typeface="Urdu Typesetting" panose="03020402040406030203" pitchFamily="66" charset="-78"/>
              </a:rPr>
              <a:t>RAGTruth</a:t>
            </a:r>
            <a:r>
              <a:rPr lang="en-US" sz="2500" b="1">
                <a:solidFill>
                  <a:schemeClr val="bg1"/>
                </a:solidFill>
                <a:latin typeface="Urdu Typesetting" panose="03020402040406030203" pitchFamily="66" charset="-78"/>
                <a:cs typeface="Urdu Typesetting" panose="03020402040406030203" pitchFamily="66" charset="-78"/>
              </a:rPr>
              <a:t> – </a:t>
            </a:r>
            <a:r>
              <a:rPr lang="en-US" sz="2500" b="1" err="1">
                <a:solidFill>
                  <a:schemeClr val="bg1"/>
                </a:solidFill>
                <a:latin typeface="Urdu Typesetting" panose="03020402040406030203" pitchFamily="66" charset="-78"/>
                <a:cs typeface="Urdu Typesetting" panose="03020402040406030203" pitchFamily="66" charset="-78"/>
              </a:rPr>
              <a:t>ParticleMedia</a:t>
            </a:r>
            <a:r>
              <a:rPr lang="en-US" sz="2500" b="1">
                <a:solidFill>
                  <a:schemeClr val="bg1"/>
                </a:solidFill>
                <a:latin typeface="Urdu Typesetting" panose="03020402040406030203" pitchFamily="66" charset="-78"/>
                <a:cs typeface="Urdu Typesetting" panose="03020402040406030203" pitchFamily="66" charset="-78"/>
              </a:rPr>
              <a:t> / ACL 2024 (Newsbreak + UIUC)</a:t>
            </a:r>
          </a:p>
          <a:p>
            <a:pPr marL="800100" lvl="1" indent="-342900">
              <a:buFont typeface="Wingdings" panose="05000000000000000000" pitchFamily="2" charset="2"/>
              <a:buChar char="§"/>
            </a:pPr>
            <a:r>
              <a:rPr lang="en-US" sz="2500" b="1">
                <a:solidFill>
                  <a:schemeClr val="bg1"/>
                </a:solidFill>
                <a:latin typeface="Urdu Typesetting" panose="03020402040406030203" pitchFamily="66" charset="-78"/>
                <a:cs typeface="Urdu Typesetting" panose="03020402040406030203" pitchFamily="66" charset="-78"/>
              </a:rPr>
              <a:t>Size: 17,790 responses with 9 original features, plus 1 binary target (</a:t>
            </a:r>
            <a:r>
              <a:rPr lang="en-US" sz="2500" b="1" err="1">
                <a:solidFill>
                  <a:schemeClr val="bg1"/>
                </a:solidFill>
                <a:latin typeface="Urdu Typesetting" panose="03020402040406030203" pitchFamily="66" charset="-78"/>
                <a:cs typeface="Urdu Typesetting" panose="03020402040406030203" pitchFamily="66" charset="-78"/>
              </a:rPr>
              <a:t>has_hallucination</a:t>
            </a:r>
            <a:r>
              <a:rPr lang="en-US" sz="2500" b="1">
                <a:solidFill>
                  <a:schemeClr val="bg1"/>
                </a:solidFill>
                <a:latin typeface="Urdu Typesetting" panose="03020402040406030203" pitchFamily="66" charset="-78"/>
                <a:cs typeface="Urdu Typesetting" panose="03020402040406030203" pitchFamily="66" charset="-78"/>
              </a:rPr>
              <a:t>)</a:t>
            </a:r>
          </a:p>
          <a:p>
            <a:pPr marL="800100" lvl="1" indent="-342900">
              <a:buFont typeface="Wingdings" panose="05000000000000000000" pitchFamily="2" charset="2"/>
              <a:buChar char="§"/>
            </a:pPr>
            <a:r>
              <a:rPr lang="en-US" sz="2500" b="1">
                <a:solidFill>
                  <a:schemeClr val="bg1"/>
                </a:solidFill>
                <a:latin typeface="Urdu Typesetting" panose="03020402040406030203" pitchFamily="66" charset="-78"/>
                <a:cs typeface="Urdu Typesetting" panose="03020402040406030203" pitchFamily="66" charset="-78"/>
              </a:rPr>
              <a:t>Labels: Hallucinated, Factual</a:t>
            </a:r>
          </a:p>
          <a:p>
            <a:pPr marL="800100" lvl="1" indent="-342900">
              <a:buFont typeface="Wingdings" panose="05000000000000000000" pitchFamily="2" charset="2"/>
              <a:buChar char="§"/>
            </a:pPr>
            <a:r>
              <a:rPr lang="en-US" sz="2500" b="1">
                <a:solidFill>
                  <a:schemeClr val="bg1"/>
                </a:solidFill>
                <a:latin typeface="Urdu Typesetting" panose="03020402040406030203" pitchFamily="66" charset="-78"/>
                <a:cs typeface="Urdu Typesetting" panose="03020402040406030203" pitchFamily="66" charset="-78"/>
              </a:rPr>
              <a:t>Train/Test Split: 80% Training, 20% Testing </a:t>
            </a:r>
          </a:p>
          <a:p>
            <a:pPr marL="800100" lvl="1" indent="-342900">
              <a:buFont typeface="Wingdings" panose="05000000000000000000" pitchFamily="2" charset="2"/>
              <a:buChar char="§"/>
            </a:pPr>
            <a:endParaRPr lang="en-US" sz="2500" b="1">
              <a:solidFill>
                <a:schemeClr val="bg1"/>
              </a:solidFill>
              <a:latin typeface="Urdu Typesetting" panose="03020402040406030203" pitchFamily="66" charset="-78"/>
              <a:cs typeface="Urdu Typesetting" panose="03020402040406030203" pitchFamily="66" charset="-78"/>
            </a:endParaRPr>
          </a:p>
          <a:p>
            <a:pPr marL="800100" lvl="1" indent="-342900">
              <a:buFont typeface="Wingdings" panose="05000000000000000000" pitchFamily="2" charset="2"/>
              <a:buChar char="§"/>
            </a:pPr>
            <a:endParaRPr lang="en-US" sz="2500" b="1">
              <a:solidFill>
                <a:schemeClr val="bg1"/>
              </a:solidFill>
              <a:latin typeface="Urdu Typesetting" panose="03020402040406030203" pitchFamily="66" charset="-78"/>
              <a:cs typeface="Urdu Typesetting" panose="03020402040406030203" pitchFamily="66" charset="-78"/>
            </a:endParaRPr>
          </a:p>
          <a:p>
            <a:pPr marL="342900" lvl="0" indent="-342900">
              <a:buFont typeface="Wingdings" panose="05000000000000000000" pitchFamily="2" charset="2"/>
              <a:buChar char="§"/>
            </a:pPr>
            <a:r>
              <a:rPr lang="en-US" sz="2500" b="1">
                <a:solidFill>
                  <a:schemeClr val="bg1"/>
                </a:solidFill>
                <a:latin typeface="Urdu Typesetting" panose="03020402040406030203" pitchFamily="66" charset="-78"/>
                <a:cs typeface="Urdu Typesetting" panose="03020402040406030203" pitchFamily="66" charset="-78"/>
              </a:rPr>
              <a:t>Data Exploration: Conducting rigorous EDA to uncover core patterns:</a:t>
            </a:r>
          </a:p>
          <a:p>
            <a:pPr marL="800100" lvl="1" indent="-342900">
              <a:buFont typeface="Wingdings" panose="05000000000000000000" pitchFamily="2" charset="2"/>
              <a:buChar char="§"/>
            </a:pPr>
            <a:r>
              <a:rPr lang="en-US" sz="2500" b="1">
                <a:solidFill>
                  <a:schemeClr val="bg1"/>
                </a:solidFill>
                <a:latin typeface="Urdu Typesetting" panose="03020402040406030203" pitchFamily="66" charset="-78"/>
                <a:cs typeface="Urdu Typesetting" panose="03020402040406030203" pitchFamily="66" charset="-78"/>
              </a:rPr>
              <a:t>Distribution of hallucinated vs. factual responses </a:t>
            </a:r>
          </a:p>
          <a:p>
            <a:pPr marL="800100" lvl="1" indent="-342900">
              <a:buFont typeface="Wingdings" panose="05000000000000000000" pitchFamily="2" charset="2"/>
              <a:buChar char="§"/>
            </a:pPr>
            <a:r>
              <a:rPr lang="en-US" sz="2500" b="1">
                <a:solidFill>
                  <a:schemeClr val="bg1"/>
                </a:solidFill>
                <a:latin typeface="Urdu Typesetting" panose="03020402040406030203" pitchFamily="66" charset="-78"/>
                <a:cs typeface="Urdu Typesetting" panose="03020402040406030203" pitchFamily="66" charset="-78"/>
              </a:rPr>
              <a:t>Analysis of response length </a:t>
            </a:r>
          </a:p>
          <a:p>
            <a:pPr marL="800100" lvl="1" indent="-342900">
              <a:buFont typeface="Wingdings" panose="05000000000000000000" pitchFamily="2" charset="2"/>
              <a:buChar char="§"/>
            </a:pPr>
            <a:r>
              <a:rPr lang="en-US" sz="2500" b="1">
                <a:solidFill>
                  <a:schemeClr val="bg1"/>
                </a:solidFill>
                <a:latin typeface="Urdu Typesetting" panose="03020402040406030203" pitchFamily="66" charset="-78"/>
                <a:cs typeface="Urdu Typesetting" panose="03020402040406030203" pitchFamily="66" charset="-78"/>
              </a:rPr>
              <a:t>Domain distribution across sources </a:t>
            </a:r>
          </a:p>
          <a:p>
            <a:pPr lvl="1"/>
            <a:endParaRPr lang="en-US" sz="2500" b="1">
              <a:solidFill>
                <a:schemeClr val="bg1"/>
              </a:solidFill>
              <a:latin typeface="Urdu Typesetting" panose="03020402040406030203" pitchFamily="66" charset="-78"/>
              <a:cs typeface="Urdu Typesetting" panose="03020402040406030203" pitchFamily="66" charset="-78"/>
            </a:endParaRPr>
          </a:p>
          <a:p>
            <a:pPr marL="342900" lvl="0" indent="-342900">
              <a:buFont typeface="Wingdings" panose="05000000000000000000" pitchFamily="2" charset="2"/>
              <a:buChar char="§"/>
            </a:pPr>
            <a:r>
              <a:rPr lang="en-US" sz="2500" b="1">
                <a:solidFill>
                  <a:schemeClr val="bg1"/>
                </a:solidFill>
                <a:latin typeface="Urdu Typesetting" panose="03020402040406030203" pitchFamily="66" charset="-78"/>
                <a:cs typeface="Urdu Typesetting" panose="03020402040406030203" pitchFamily="66" charset="-78"/>
              </a:rPr>
              <a:t>Feature Engineering: Extracting predictive signals for model training:</a:t>
            </a:r>
          </a:p>
          <a:p>
            <a:pPr marL="800100" lvl="1" indent="-342900">
              <a:buFont typeface="Wingdings" panose="05000000000000000000" pitchFamily="2" charset="2"/>
              <a:buChar char="§"/>
            </a:pPr>
            <a:r>
              <a:rPr lang="en-US" sz="2500" b="1">
                <a:solidFill>
                  <a:schemeClr val="bg1"/>
                </a:solidFill>
                <a:latin typeface="Urdu Typesetting" panose="03020402040406030203" pitchFamily="66" charset="-78"/>
                <a:cs typeface="Urdu Typesetting" panose="03020402040406030203" pitchFamily="66" charset="-78"/>
              </a:rPr>
              <a:t>TF-IDF text features</a:t>
            </a:r>
          </a:p>
          <a:p>
            <a:pPr marL="800100" lvl="1" indent="-342900">
              <a:buFont typeface="Wingdings" panose="05000000000000000000" pitchFamily="2" charset="2"/>
              <a:buChar char="§"/>
            </a:pPr>
            <a:r>
              <a:rPr lang="en-US" sz="2500" b="1">
                <a:solidFill>
                  <a:schemeClr val="bg1"/>
                </a:solidFill>
                <a:latin typeface="Urdu Typesetting" panose="03020402040406030203" pitchFamily="66" charset="-78"/>
                <a:cs typeface="Urdu Typesetting" panose="03020402040406030203" pitchFamily="66" charset="-78"/>
              </a:rPr>
              <a:t>Contextual similarity score</a:t>
            </a:r>
          </a:p>
          <a:p>
            <a:pPr marL="800100" lvl="1" indent="-342900">
              <a:buFont typeface="Wingdings" panose="05000000000000000000" pitchFamily="2" charset="2"/>
              <a:buChar char="§"/>
            </a:pPr>
            <a:r>
              <a:rPr lang="en-US" sz="2500" b="1">
                <a:solidFill>
                  <a:schemeClr val="bg1"/>
                </a:solidFill>
                <a:latin typeface="Urdu Typesetting" panose="03020402040406030203" pitchFamily="66" charset="-78"/>
                <a:cs typeface="Urdu Typesetting" panose="03020402040406030203" pitchFamily="66" charset="-78"/>
              </a:rPr>
              <a:t>Response length metrics </a:t>
            </a:r>
          </a:p>
          <a:p>
            <a:pPr marL="800100" lvl="1" indent="-342900">
              <a:buFont typeface="Wingdings" panose="05000000000000000000" pitchFamily="2" charset="2"/>
              <a:buChar char="§"/>
            </a:pPr>
            <a:r>
              <a:rPr lang="en-US" sz="2500" b="1">
                <a:solidFill>
                  <a:schemeClr val="bg1"/>
                </a:solidFill>
                <a:latin typeface="Urdu Typesetting" panose="03020402040406030203" pitchFamily="66" charset="-78"/>
                <a:cs typeface="Urdu Typesetting" panose="03020402040406030203" pitchFamily="66" charset="-78"/>
              </a:rPr>
              <a:t>Named Entity across sources</a:t>
            </a:r>
          </a:p>
          <a:p>
            <a:pPr lvl="1"/>
            <a:endParaRPr lang="en-US" sz="2400" b="1">
              <a:solidFill>
                <a:schemeClr val="bg1"/>
              </a:solidFill>
              <a:latin typeface="Titillium Web" panose="00000500000000000000" pitchFamily="2" charset="0"/>
              <a:cs typeface="Times New Roman" pitchFamily="18" charset="0"/>
            </a:endParaRPr>
          </a:p>
        </p:txBody>
      </p:sp>
      <p:sp>
        <p:nvSpPr>
          <p:cNvPr id="43" name="Rectangle 42">
            <a:extLst>
              <a:ext uri="{FF2B5EF4-FFF2-40B4-BE49-F238E27FC236}">
                <a16:creationId xmlns:a16="http://schemas.microsoft.com/office/drawing/2014/main" id="{11AF793B-D1BC-4325-90D2-3C41AFF1B3AA}"/>
              </a:ext>
            </a:extLst>
          </p:cNvPr>
          <p:cNvSpPr/>
          <p:nvPr/>
        </p:nvSpPr>
        <p:spPr>
          <a:xfrm>
            <a:off x="11477614" y="16459200"/>
            <a:ext cx="82296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rIns="274320" rtlCol="0" anchor="ctr"/>
          <a:lstStyle/>
          <a:p>
            <a:r>
              <a:rPr lang="en-US" sz="3600">
                <a:solidFill>
                  <a:schemeClr val="accent5"/>
                </a:solidFill>
                <a:latin typeface="Amaranth" panose="02000503050000020004" pitchFamily="2" charset="0"/>
                <a:cs typeface="Times New Roman" pitchFamily="18" charset="0"/>
              </a:rPr>
              <a:t>Methodology</a:t>
            </a:r>
          </a:p>
        </p:txBody>
      </p:sp>
      <p:sp>
        <p:nvSpPr>
          <p:cNvPr id="44" name="TextBox 43">
            <a:extLst>
              <a:ext uri="{FF2B5EF4-FFF2-40B4-BE49-F238E27FC236}">
                <a16:creationId xmlns:a16="http://schemas.microsoft.com/office/drawing/2014/main" id="{1743F743-50F5-4372-A02B-6828553B9EFC}"/>
              </a:ext>
            </a:extLst>
          </p:cNvPr>
          <p:cNvSpPr txBox="1"/>
          <p:nvPr/>
        </p:nvSpPr>
        <p:spPr>
          <a:xfrm>
            <a:off x="22532185" y="7478227"/>
            <a:ext cx="9669579" cy="24252793"/>
          </a:xfrm>
          <a:prstGeom prst="rect">
            <a:avLst/>
          </a:prstGeom>
          <a:noFill/>
        </p:spPr>
        <p:txBody>
          <a:bodyPr wrap="square" lIns="91440" tIns="45720" rIns="91440" bIns="45720" rtlCol="0" anchor="t">
            <a:spAutoFit/>
          </a:bodyPr>
          <a:lstStyle/>
          <a:p>
            <a:r>
              <a:rPr lang="en-US" sz="4000" b="1">
                <a:solidFill>
                  <a:schemeClr val="bg1"/>
                </a:solidFill>
                <a:latin typeface="Urdu Typesetting" panose="03020402040406030203" pitchFamily="66" charset="-78"/>
                <a:cs typeface="Urdu Typesetting" panose="03020402040406030203" pitchFamily="66" charset="-78"/>
              </a:rPr>
              <a:t>Logistic Regression (Best Performer)</a:t>
            </a:r>
            <a:endParaRPr lang="en-US" sz="4000">
              <a:solidFill>
                <a:schemeClr val="bg1"/>
              </a:solidFill>
              <a:latin typeface="Urdu Typesetting" panose="03020402040406030203" pitchFamily="66" charset="-78"/>
              <a:cs typeface="Urdu Typesetting" panose="03020402040406030203" pitchFamily="66" charset="-78"/>
            </a:endParaRPr>
          </a:p>
          <a:p>
            <a:pPr marL="285750" indent="-285750">
              <a:buFont typeface="Arial"/>
              <a:buChar char="•"/>
            </a:pPr>
            <a:r>
              <a:rPr lang="en-US" sz="4000" b="1">
                <a:solidFill>
                  <a:schemeClr val="bg1"/>
                </a:solidFill>
                <a:latin typeface="Urdu Typesetting" panose="03020402040406030203" pitchFamily="66" charset="-78"/>
                <a:cs typeface="Urdu Typesetting" panose="03020402040406030203" pitchFamily="66" charset="-78"/>
              </a:rPr>
              <a:t>Accuracy:</a:t>
            </a:r>
            <a:r>
              <a:rPr lang="en-US" sz="4000">
                <a:solidFill>
                  <a:schemeClr val="bg1"/>
                </a:solidFill>
                <a:latin typeface="Urdu Typesetting" panose="03020402040406030203" pitchFamily="66" charset="-78"/>
                <a:cs typeface="Urdu Typesetting" panose="03020402040406030203" pitchFamily="66" charset="-78"/>
              </a:rPr>
              <a:t> 74.5%</a:t>
            </a:r>
          </a:p>
          <a:p>
            <a:pPr marL="285750" indent="-285750">
              <a:buFont typeface="Arial"/>
              <a:buChar char="•"/>
            </a:pPr>
            <a:r>
              <a:rPr lang="en-US" sz="4000" b="1">
                <a:solidFill>
                  <a:schemeClr val="bg1"/>
                </a:solidFill>
                <a:latin typeface="Urdu Typesetting" panose="03020402040406030203" pitchFamily="66" charset="-78"/>
                <a:cs typeface="Urdu Typesetting" panose="03020402040406030203" pitchFamily="66" charset="-78"/>
              </a:rPr>
              <a:t>Precision:</a:t>
            </a:r>
            <a:r>
              <a:rPr lang="en-US" sz="4000">
                <a:solidFill>
                  <a:schemeClr val="bg1"/>
                </a:solidFill>
                <a:latin typeface="Urdu Typesetting" panose="03020402040406030203" pitchFamily="66" charset="-78"/>
                <a:cs typeface="Urdu Typesetting" panose="03020402040406030203" pitchFamily="66" charset="-78"/>
              </a:rPr>
              <a:t> 0.76 (strong ability to correctly identify hallucinations when predicted)</a:t>
            </a:r>
          </a:p>
          <a:p>
            <a:pPr marL="285750" indent="-285750">
              <a:buFont typeface="Arial"/>
              <a:buChar char="•"/>
            </a:pPr>
            <a:r>
              <a:rPr lang="en-US" sz="4000" b="1">
                <a:solidFill>
                  <a:schemeClr val="bg1"/>
                </a:solidFill>
                <a:latin typeface="Urdu Typesetting" panose="03020402040406030203" pitchFamily="66" charset="-78"/>
                <a:cs typeface="Urdu Typesetting" panose="03020402040406030203" pitchFamily="66" charset="-78"/>
              </a:rPr>
              <a:t>Recall:</a:t>
            </a:r>
            <a:r>
              <a:rPr lang="en-US" sz="4000">
                <a:solidFill>
                  <a:schemeClr val="bg1"/>
                </a:solidFill>
                <a:latin typeface="Urdu Typesetting" panose="03020402040406030203" pitchFamily="66" charset="-78"/>
                <a:cs typeface="Urdu Typesetting" panose="03020402040406030203" pitchFamily="66" charset="-78"/>
              </a:rPr>
              <a:t> 0.72 (captures most hallucinations, though misses some)</a:t>
            </a:r>
          </a:p>
          <a:p>
            <a:pPr marL="285750" indent="-285750">
              <a:buFont typeface="Arial"/>
              <a:buChar char="•"/>
            </a:pPr>
            <a:r>
              <a:rPr lang="en-US" sz="4000" b="1">
                <a:solidFill>
                  <a:schemeClr val="bg1"/>
                </a:solidFill>
                <a:latin typeface="Urdu Typesetting" panose="03020402040406030203" pitchFamily="66" charset="-78"/>
                <a:cs typeface="Urdu Typesetting" panose="03020402040406030203" pitchFamily="66" charset="-78"/>
              </a:rPr>
              <a:t>F1 Score:</a:t>
            </a:r>
            <a:r>
              <a:rPr lang="en-US" sz="4000">
                <a:solidFill>
                  <a:schemeClr val="bg1"/>
                </a:solidFill>
                <a:latin typeface="Urdu Typesetting" panose="03020402040406030203" pitchFamily="66" charset="-78"/>
                <a:cs typeface="Urdu Typesetting" panose="03020402040406030203" pitchFamily="66" charset="-78"/>
              </a:rPr>
              <a:t> 0.72 (balanced performance between precision and recall)</a:t>
            </a:r>
          </a:p>
          <a:p>
            <a:pPr marL="285750" indent="-285750">
              <a:buFont typeface="Arial"/>
              <a:buChar char="•"/>
            </a:pPr>
            <a:r>
              <a:rPr lang="en-US" sz="4000" b="1">
                <a:solidFill>
                  <a:schemeClr val="bg1"/>
                </a:solidFill>
                <a:latin typeface="Urdu Typesetting" panose="03020402040406030203" pitchFamily="66" charset="-78"/>
                <a:cs typeface="Urdu Typesetting" panose="03020402040406030203" pitchFamily="66" charset="-78"/>
              </a:rPr>
              <a:t>Confusion Matrix:</a:t>
            </a:r>
            <a:endParaRPr lang="en-US" sz="4000">
              <a:solidFill>
                <a:schemeClr val="bg1"/>
              </a:solidFill>
              <a:latin typeface="Urdu Typesetting" panose="03020402040406030203" pitchFamily="66" charset="-78"/>
              <a:cs typeface="Urdu Typesetting" panose="03020402040406030203" pitchFamily="66" charset="-78"/>
            </a:endParaRPr>
          </a:p>
          <a:p>
            <a:pPr marL="742950" lvl="1" indent="-285750">
              <a:buFont typeface="Arial"/>
              <a:buChar char="•"/>
            </a:pPr>
            <a:r>
              <a:rPr lang="en-US" sz="4000">
                <a:solidFill>
                  <a:schemeClr val="bg1"/>
                </a:solidFill>
                <a:latin typeface="Urdu Typesetting" panose="03020402040406030203" pitchFamily="66" charset="-78"/>
                <a:cs typeface="Urdu Typesetting" panose="03020402040406030203" pitchFamily="66" charset="-78"/>
              </a:rPr>
              <a:t>Correctly identified </a:t>
            </a:r>
            <a:r>
              <a:rPr lang="en-US" sz="4000" b="1">
                <a:solidFill>
                  <a:schemeClr val="bg1"/>
                </a:solidFill>
                <a:latin typeface="Urdu Typesetting" panose="03020402040406030203" pitchFamily="66" charset="-78"/>
                <a:cs typeface="Urdu Typesetting" panose="03020402040406030203" pitchFamily="66" charset="-78"/>
              </a:rPr>
              <a:t>1815 non-hallucinations</a:t>
            </a:r>
            <a:r>
              <a:rPr lang="en-US" sz="4000">
                <a:solidFill>
                  <a:schemeClr val="bg1"/>
                </a:solidFill>
                <a:latin typeface="Urdu Typesetting" panose="03020402040406030203" pitchFamily="66" charset="-78"/>
                <a:cs typeface="Urdu Typesetting" panose="03020402040406030203" pitchFamily="66" charset="-78"/>
              </a:rPr>
              <a:t> and </a:t>
            </a:r>
            <a:r>
              <a:rPr lang="en-US" sz="4000" b="1">
                <a:solidFill>
                  <a:schemeClr val="bg1"/>
                </a:solidFill>
                <a:latin typeface="Urdu Typesetting" panose="03020402040406030203" pitchFamily="66" charset="-78"/>
                <a:cs typeface="Urdu Typesetting" panose="03020402040406030203" pitchFamily="66" charset="-78"/>
              </a:rPr>
              <a:t>837 hallucinations</a:t>
            </a:r>
            <a:endParaRPr lang="en-US" sz="4000">
              <a:solidFill>
                <a:schemeClr val="bg1"/>
              </a:solidFill>
              <a:latin typeface="Urdu Typesetting" panose="03020402040406030203" pitchFamily="66" charset="-78"/>
              <a:cs typeface="Urdu Typesetting" panose="03020402040406030203" pitchFamily="66" charset="-78"/>
            </a:endParaRPr>
          </a:p>
          <a:p>
            <a:pPr marL="742950" lvl="1" indent="-285750">
              <a:buFont typeface="Arial"/>
              <a:buChar char="•"/>
            </a:pPr>
            <a:r>
              <a:rPr lang="en-US" sz="4000">
                <a:solidFill>
                  <a:schemeClr val="bg1"/>
                </a:solidFill>
                <a:latin typeface="Urdu Typesetting" panose="03020402040406030203" pitchFamily="66" charset="-78"/>
                <a:cs typeface="Urdu Typesetting" panose="03020402040406030203" pitchFamily="66" charset="-78"/>
              </a:rPr>
              <a:t>Misclassified </a:t>
            </a:r>
            <a:r>
              <a:rPr lang="en-US" sz="4000" b="1">
                <a:solidFill>
                  <a:schemeClr val="bg1"/>
                </a:solidFill>
                <a:latin typeface="Urdu Typesetting" panose="03020402040406030203" pitchFamily="66" charset="-78"/>
                <a:cs typeface="Urdu Typesetting" panose="03020402040406030203" pitchFamily="66" charset="-78"/>
              </a:rPr>
              <a:t>210 non-hallucinations</a:t>
            </a:r>
            <a:r>
              <a:rPr lang="en-US" sz="4000">
                <a:solidFill>
                  <a:schemeClr val="bg1"/>
                </a:solidFill>
                <a:latin typeface="Urdu Typesetting" panose="03020402040406030203" pitchFamily="66" charset="-78"/>
                <a:cs typeface="Urdu Typesetting" panose="03020402040406030203" pitchFamily="66" charset="-78"/>
              </a:rPr>
              <a:t> and </a:t>
            </a:r>
            <a:r>
              <a:rPr lang="en-US" sz="4000" b="1">
                <a:solidFill>
                  <a:schemeClr val="bg1"/>
                </a:solidFill>
                <a:latin typeface="Urdu Typesetting" panose="03020402040406030203" pitchFamily="66" charset="-78"/>
                <a:cs typeface="Urdu Typesetting" panose="03020402040406030203" pitchFamily="66" charset="-78"/>
              </a:rPr>
              <a:t>696 hallucinations</a:t>
            </a:r>
            <a:endParaRPr lang="en-US" sz="4000">
              <a:solidFill>
                <a:schemeClr val="bg1"/>
              </a:solidFill>
              <a:latin typeface="Urdu Typesetting" panose="03020402040406030203" pitchFamily="66" charset="-78"/>
              <a:cs typeface="Urdu Typesetting" panose="03020402040406030203" pitchFamily="66" charset="-78"/>
            </a:endParaRPr>
          </a:p>
          <a:p>
            <a:pPr lvl="1"/>
            <a:r>
              <a:rPr lang="en-US" sz="4000" b="1">
                <a:solidFill>
                  <a:schemeClr val="bg1"/>
                </a:solidFill>
                <a:latin typeface="Urdu Typesetting" panose="03020402040406030203" pitchFamily="66" charset="-78"/>
                <a:cs typeface="Urdu Typesetting" panose="03020402040406030203" pitchFamily="66" charset="-78"/>
              </a:rPr>
              <a:t>-&gt; The model is better at avoiding false positives, but it sacrifices some recall, which means it misses a portion of actual hallucinations.</a:t>
            </a:r>
            <a:endParaRPr lang="en-US" sz="4000">
              <a:solidFill>
                <a:schemeClr val="bg1"/>
              </a:solidFill>
              <a:latin typeface="Urdu Typesetting" panose="03020402040406030203" pitchFamily="66" charset="-78"/>
              <a:cs typeface="Urdu Typesetting" panose="03020402040406030203" pitchFamily="66" charset="-78"/>
            </a:endParaRPr>
          </a:p>
          <a:p>
            <a:pPr lvl="1"/>
            <a:endParaRPr lang="en-US" sz="4000" b="1">
              <a:solidFill>
                <a:schemeClr val="bg1"/>
              </a:solidFill>
              <a:latin typeface="Urdu Typesetting" panose="03020402040406030203" pitchFamily="66" charset="-78"/>
              <a:cs typeface="Urdu Typesetting" panose="03020402040406030203" pitchFamily="66" charset="-78"/>
            </a:endParaRPr>
          </a:p>
          <a:p>
            <a:pPr lvl="1"/>
            <a:r>
              <a:rPr lang="en-US" sz="4000" b="1">
                <a:solidFill>
                  <a:schemeClr val="bg1"/>
                </a:solidFill>
                <a:latin typeface="Urdu Typesetting" panose="03020402040406030203" pitchFamily="66" charset="-78"/>
                <a:cs typeface="Urdu Typesetting" panose="03020402040406030203" pitchFamily="66" charset="-78"/>
              </a:rPr>
              <a:t>Decision Tree:</a:t>
            </a:r>
          </a:p>
          <a:p>
            <a:pPr marL="285750" indent="-285750">
              <a:buFont typeface="Arial,Sans-Serif"/>
              <a:buChar char="•"/>
            </a:pPr>
            <a:r>
              <a:rPr lang="en-US" sz="4000" b="1">
                <a:solidFill>
                  <a:schemeClr val="bg1"/>
                </a:solidFill>
                <a:latin typeface="Urdu Typesetting" panose="03020402040406030203" pitchFamily="66" charset="-78"/>
                <a:cs typeface="Urdu Typesetting" panose="03020402040406030203" pitchFamily="66" charset="-78"/>
              </a:rPr>
              <a:t>Accuracy:</a:t>
            </a:r>
            <a:r>
              <a:rPr lang="en-US" sz="4000">
                <a:solidFill>
                  <a:schemeClr val="bg1"/>
                </a:solidFill>
                <a:latin typeface="Urdu Typesetting" panose="03020402040406030203" pitchFamily="66" charset="-78"/>
                <a:cs typeface="Urdu Typesetting" panose="03020402040406030203" pitchFamily="66" charset="-78"/>
              </a:rPr>
              <a:t> 67.0%</a:t>
            </a:r>
          </a:p>
          <a:p>
            <a:pPr marL="285750" indent="-285750">
              <a:buFont typeface="Arial,Sans-Serif"/>
              <a:buChar char="•"/>
            </a:pPr>
            <a:r>
              <a:rPr lang="en-US" sz="4000" b="1">
                <a:solidFill>
                  <a:schemeClr val="bg1"/>
                </a:solidFill>
                <a:latin typeface="Urdu Typesetting" panose="03020402040406030203" pitchFamily="66" charset="-78"/>
                <a:cs typeface="Urdu Typesetting" panose="03020402040406030203" pitchFamily="66" charset="-78"/>
              </a:rPr>
              <a:t>Precision:</a:t>
            </a:r>
            <a:r>
              <a:rPr lang="en-US" sz="4000">
                <a:solidFill>
                  <a:schemeClr val="bg1"/>
                </a:solidFill>
                <a:latin typeface="Urdu Typesetting" panose="03020402040406030203" pitchFamily="66" charset="-78"/>
                <a:cs typeface="Urdu Typesetting" panose="03020402040406030203" pitchFamily="66" charset="-78"/>
              </a:rPr>
              <a:t> 0.67</a:t>
            </a:r>
          </a:p>
          <a:p>
            <a:pPr marL="285750" indent="-285750">
              <a:buFont typeface="Arial,Sans-Serif"/>
              <a:buChar char="•"/>
            </a:pPr>
            <a:r>
              <a:rPr lang="en-US" sz="4000" b="1">
                <a:solidFill>
                  <a:schemeClr val="bg1"/>
                </a:solidFill>
                <a:latin typeface="Urdu Typesetting" panose="03020402040406030203" pitchFamily="66" charset="-78"/>
                <a:cs typeface="Urdu Typesetting" panose="03020402040406030203" pitchFamily="66" charset="-78"/>
              </a:rPr>
              <a:t>Recall:</a:t>
            </a:r>
            <a:r>
              <a:rPr lang="en-US" sz="4000">
                <a:solidFill>
                  <a:schemeClr val="bg1"/>
                </a:solidFill>
                <a:latin typeface="Urdu Typesetting" panose="03020402040406030203" pitchFamily="66" charset="-78"/>
                <a:cs typeface="Urdu Typesetting" panose="03020402040406030203" pitchFamily="66" charset="-78"/>
              </a:rPr>
              <a:t> 0.67</a:t>
            </a:r>
            <a:endParaRPr lang="en-US" sz="4000">
              <a:solidFill>
                <a:srgbClr val="FFFFFF"/>
              </a:solidFill>
              <a:latin typeface="Urdu Typesetting" panose="03020402040406030203" pitchFamily="66" charset="-78"/>
              <a:cs typeface="Urdu Typesetting" panose="03020402040406030203" pitchFamily="66" charset="-78"/>
            </a:endParaRPr>
          </a:p>
          <a:p>
            <a:pPr marL="285750" indent="-285750">
              <a:buFont typeface="Arial,Sans-Serif"/>
              <a:buChar char="•"/>
            </a:pPr>
            <a:r>
              <a:rPr lang="en-US" sz="4000" b="1">
                <a:solidFill>
                  <a:schemeClr val="bg1"/>
                </a:solidFill>
                <a:latin typeface="Urdu Typesetting" panose="03020402040406030203" pitchFamily="66" charset="-78"/>
                <a:cs typeface="Urdu Typesetting" panose="03020402040406030203" pitchFamily="66" charset="-78"/>
              </a:rPr>
              <a:t>F1 Score:</a:t>
            </a:r>
            <a:r>
              <a:rPr lang="en-US" sz="4000">
                <a:solidFill>
                  <a:schemeClr val="bg1"/>
                </a:solidFill>
                <a:latin typeface="Urdu Typesetting" panose="03020402040406030203" pitchFamily="66" charset="-78"/>
                <a:cs typeface="Urdu Typesetting" panose="03020402040406030203" pitchFamily="66" charset="-78"/>
              </a:rPr>
              <a:t> 0.67</a:t>
            </a:r>
          </a:p>
          <a:p>
            <a:pPr marL="285750" indent="-285750">
              <a:buFont typeface="Arial,Sans-Serif"/>
              <a:buChar char="•"/>
            </a:pPr>
            <a:r>
              <a:rPr lang="en-US" sz="4000" b="1">
                <a:solidFill>
                  <a:schemeClr val="bg1"/>
                </a:solidFill>
                <a:latin typeface="Urdu Typesetting" panose="03020402040406030203" pitchFamily="66" charset="-78"/>
                <a:cs typeface="Urdu Typesetting" panose="03020402040406030203" pitchFamily="66" charset="-78"/>
              </a:rPr>
              <a:t>Confusion Matrix:</a:t>
            </a:r>
            <a:endParaRPr lang="en-US" sz="4000">
              <a:solidFill>
                <a:srgbClr val="FFFFFF"/>
              </a:solidFill>
              <a:latin typeface="Urdu Typesetting" panose="03020402040406030203" pitchFamily="66" charset="-78"/>
              <a:cs typeface="Urdu Typesetting" panose="03020402040406030203" pitchFamily="66" charset="-78"/>
            </a:endParaRPr>
          </a:p>
          <a:p>
            <a:pPr marL="742950" lvl="1" indent="-285750">
              <a:buFont typeface="Arial,Sans-Serif"/>
              <a:buChar char="•"/>
            </a:pPr>
            <a:r>
              <a:rPr lang="en-US" sz="4000">
                <a:solidFill>
                  <a:schemeClr val="bg1"/>
                </a:solidFill>
                <a:latin typeface="Urdu Typesetting" panose="03020402040406030203" pitchFamily="66" charset="-78"/>
                <a:cs typeface="Urdu Typesetting" panose="03020402040406030203" pitchFamily="66" charset="-78"/>
              </a:rPr>
              <a:t>Correctly identified 1477 non-hallucinations and 944 hallucinations</a:t>
            </a:r>
            <a:endParaRPr lang="en-US" sz="4000" b="1">
              <a:solidFill>
                <a:schemeClr val="bg1"/>
              </a:solidFill>
              <a:latin typeface="Urdu Typesetting" panose="03020402040406030203" pitchFamily="66" charset="-78"/>
              <a:cs typeface="Urdu Typesetting" panose="03020402040406030203" pitchFamily="66" charset="-78"/>
            </a:endParaRPr>
          </a:p>
          <a:p>
            <a:pPr marL="742950" lvl="1" indent="-285750">
              <a:buFont typeface="Arial,Sans-Serif"/>
              <a:buChar char="•"/>
            </a:pPr>
            <a:r>
              <a:rPr lang="en-US" sz="4000">
                <a:solidFill>
                  <a:schemeClr val="bg1"/>
                </a:solidFill>
                <a:latin typeface="Urdu Typesetting" panose="03020402040406030203" pitchFamily="66" charset="-78"/>
                <a:cs typeface="Urdu Typesetting" panose="03020402040406030203" pitchFamily="66" charset="-78"/>
              </a:rPr>
              <a:t>Misclassified 548 non-hallucinations and 589 hallucinations</a:t>
            </a:r>
          </a:p>
          <a:p>
            <a:pPr lvl="1"/>
            <a:r>
              <a:rPr lang="en-US" sz="4000">
                <a:solidFill>
                  <a:schemeClr val="bg1"/>
                </a:solidFill>
                <a:latin typeface="Urdu Typesetting" panose="03020402040406030203" pitchFamily="66" charset="-78"/>
                <a:cs typeface="Urdu Typesetting" panose="03020402040406030203" pitchFamily="66" charset="-78"/>
              </a:rPr>
              <a:t>-&gt; The Decision Tree is more balanced in errors but overall weaker, as it misclassifies more non-hallucinations as hallucinations, lowering precision</a:t>
            </a:r>
          </a:p>
          <a:p>
            <a:pPr lvl="1"/>
            <a:endParaRPr lang="en-US" sz="4000">
              <a:solidFill>
                <a:schemeClr val="bg1"/>
              </a:solidFill>
              <a:latin typeface="Arial"/>
              <a:cs typeface="Arial"/>
            </a:endParaRPr>
          </a:p>
          <a:p>
            <a:pPr marL="742950" lvl="1" indent="-285750">
              <a:buFont typeface="Arial,Sans-Serif"/>
              <a:buChar char="•"/>
            </a:pPr>
            <a:endParaRPr lang="en-US" sz="4000">
              <a:solidFill>
                <a:srgbClr val="000000"/>
              </a:solidFill>
              <a:latin typeface="Arial"/>
              <a:cs typeface="Arial"/>
            </a:endParaRPr>
          </a:p>
          <a:p>
            <a:endParaRPr lang="en-US" sz="4000">
              <a:solidFill>
                <a:srgbClr val="000000"/>
              </a:solidFill>
              <a:latin typeface="Arial"/>
              <a:cs typeface="Arial"/>
            </a:endParaRPr>
          </a:p>
          <a:p>
            <a:pPr marL="285750" indent="-285750">
              <a:buFont typeface="Arial,Sans-Serif"/>
              <a:buChar char="•"/>
            </a:pPr>
            <a:endParaRPr lang="en-US" sz="4000">
              <a:solidFill>
                <a:srgbClr val="000000"/>
              </a:solidFill>
              <a:latin typeface="Arial"/>
              <a:cs typeface="Arial"/>
            </a:endParaRPr>
          </a:p>
          <a:p>
            <a:pPr lvl="1"/>
            <a:endParaRPr lang="en-US" sz="4000">
              <a:solidFill>
                <a:srgbClr val="000000"/>
              </a:solidFill>
              <a:latin typeface="Arial"/>
              <a:cs typeface="Arial"/>
            </a:endParaRPr>
          </a:p>
          <a:p>
            <a:pPr marL="285750" indent="-285750">
              <a:buFont typeface="Arial"/>
              <a:buChar char="•"/>
            </a:pPr>
            <a:br>
              <a:rPr lang="en-US"/>
            </a:br>
            <a:br>
              <a:rPr lang="en-US"/>
            </a:br>
            <a:endParaRPr lang="en-US"/>
          </a:p>
          <a:p>
            <a:br>
              <a:rPr lang="en-US"/>
            </a:br>
            <a:endParaRPr lang="en-US"/>
          </a:p>
        </p:txBody>
      </p:sp>
      <p:sp>
        <p:nvSpPr>
          <p:cNvPr id="45" name="Rectangle 44">
            <a:extLst>
              <a:ext uri="{FF2B5EF4-FFF2-40B4-BE49-F238E27FC236}">
                <a16:creationId xmlns:a16="http://schemas.microsoft.com/office/drawing/2014/main" id="{1D67F90F-BFE4-4FA1-B824-2A573810CC7D}"/>
              </a:ext>
            </a:extLst>
          </p:cNvPr>
          <p:cNvSpPr/>
          <p:nvPr/>
        </p:nvSpPr>
        <p:spPr>
          <a:xfrm>
            <a:off x="22279842" y="6543631"/>
            <a:ext cx="82296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rIns="274320" rtlCol="0" anchor="ctr"/>
          <a:lstStyle/>
          <a:p>
            <a:r>
              <a:rPr lang="en-US" sz="3600">
                <a:solidFill>
                  <a:schemeClr val="accent5"/>
                </a:solidFill>
                <a:latin typeface="Amaranth" panose="02000503050000020004" pitchFamily="2" charset="0"/>
                <a:cs typeface="Times New Roman" pitchFamily="18" charset="0"/>
              </a:rPr>
              <a:t>Results</a:t>
            </a:r>
          </a:p>
        </p:txBody>
      </p:sp>
      <p:sp>
        <p:nvSpPr>
          <p:cNvPr id="46" name="TextBox 45">
            <a:extLst>
              <a:ext uri="{FF2B5EF4-FFF2-40B4-BE49-F238E27FC236}">
                <a16:creationId xmlns:a16="http://schemas.microsoft.com/office/drawing/2014/main" id="{6372142C-06E0-43A8-9C3D-E573CB253379}"/>
              </a:ext>
            </a:extLst>
          </p:cNvPr>
          <p:cNvSpPr txBox="1"/>
          <p:nvPr/>
        </p:nvSpPr>
        <p:spPr>
          <a:xfrm>
            <a:off x="33083135" y="7462340"/>
            <a:ext cx="9670750" cy="10710624"/>
          </a:xfrm>
          <a:prstGeom prst="rect">
            <a:avLst/>
          </a:prstGeom>
          <a:noFill/>
        </p:spPr>
        <p:txBody>
          <a:bodyPr wrap="square" lIns="91440" tIns="45720" rIns="91440" bIns="45720" rtlCol="0" anchor="t">
            <a:spAutoFit/>
          </a:bodyPr>
          <a:lstStyle/>
          <a:p>
            <a:pPr marL="285750" indent="-285750">
              <a:buFont typeface="Arial,Sans-Serif"/>
              <a:buChar char="•"/>
            </a:pPr>
            <a:r>
              <a:rPr lang="en-US" sz="5000" b="1">
                <a:solidFill>
                  <a:schemeClr val="bg1"/>
                </a:solidFill>
                <a:latin typeface="Urdu Typesetting" panose="03020402040406030203" pitchFamily="66" charset="-78"/>
                <a:ea typeface="+mn-lt"/>
                <a:cs typeface="Urdu Typesetting" panose="03020402040406030203" pitchFamily="66" charset="-78"/>
              </a:rPr>
              <a:t>Key Takeaways:</a:t>
            </a:r>
          </a:p>
          <a:p>
            <a:pPr marL="285750" indent="-285750">
              <a:buFont typeface="Arial,Sans-Serif"/>
              <a:buChar char="•"/>
            </a:pPr>
            <a:r>
              <a:rPr lang="en-US" sz="5000">
                <a:solidFill>
                  <a:schemeClr val="bg1"/>
                </a:solidFill>
                <a:latin typeface="Urdu Typesetting" panose="03020402040406030203" pitchFamily="66" charset="-78"/>
                <a:ea typeface="+mn-lt"/>
                <a:cs typeface="Urdu Typesetting" panose="03020402040406030203" pitchFamily="66" charset="-78"/>
              </a:rPr>
              <a:t> Successfully built and evaluated a hallucination detection model</a:t>
            </a:r>
          </a:p>
          <a:p>
            <a:pPr marL="285750" indent="-285750">
              <a:buFont typeface="Arial,Sans-Serif"/>
              <a:buChar char="•"/>
            </a:pPr>
            <a:r>
              <a:rPr lang="en-US" sz="5000" b="1">
                <a:solidFill>
                  <a:schemeClr val="bg1"/>
                </a:solidFill>
                <a:latin typeface="Urdu Typesetting" panose="03020402040406030203" pitchFamily="66" charset="-78"/>
                <a:ea typeface="+mn-lt"/>
                <a:cs typeface="Urdu Typesetting" panose="03020402040406030203" pitchFamily="66" charset="-78"/>
              </a:rPr>
              <a:t>Logistic regression </a:t>
            </a:r>
            <a:r>
              <a:rPr lang="en-US" sz="5000">
                <a:solidFill>
                  <a:schemeClr val="bg1"/>
                </a:solidFill>
                <a:latin typeface="Urdu Typesetting" panose="03020402040406030203" pitchFamily="66" charset="-78"/>
                <a:ea typeface="+mn-lt"/>
                <a:cs typeface="Urdu Typesetting" panose="03020402040406030203" pitchFamily="66" charset="-78"/>
              </a:rPr>
              <a:t>achieved the best performance</a:t>
            </a:r>
            <a:endParaRPr lang="en-US" sz="5000" b="1">
              <a:solidFill>
                <a:schemeClr val="bg1"/>
              </a:solidFill>
              <a:latin typeface="Urdu Typesetting" panose="03020402040406030203" pitchFamily="66" charset="-78"/>
              <a:cs typeface="Urdu Typesetting" panose="03020402040406030203" pitchFamily="66" charset="-78"/>
            </a:endParaRPr>
          </a:p>
          <a:p>
            <a:pPr marL="285750" indent="-285750">
              <a:buFont typeface="Arial,Sans-Serif"/>
              <a:buChar char="•"/>
            </a:pPr>
            <a:r>
              <a:rPr lang="en-US" sz="5000">
                <a:solidFill>
                  <a:schemeClr val="bg1"/>
                </a:solidFill>
                <a:latin typeface="Urdu Typesetting" panose="03020402040406030203" pitchFamily="66" charset="-78"/>
                <a:ea typeface="+mn-lt"/>
                <a:cs typeface="Urdu Typesetting" panose="03020402040406030203" pitchFamily="66" charset="-78"/>
              </a:rPr>
              <a:t>Deployed an interactive </a:t>
            </a:r>
            <a:r>
              <a:rPr lang="en-US" sz="5000" err="1">
                <a:solidFill>
                  <a:schemeClr val="bg1"/>
                </a:solidFill>
                <a:latin typeface="Urdu Typesetting" panose="03020402040406030203" pitchFamily="66" charset="-78"/>
                <a:ea typeface="+mn-lt"/>
                <a:cs typeface="Urdu Typesetting" panose="03020402040406030203" pitchFamily="66" charset="-78"/>
              </a:rPr>
              <a:t>Streamlit</a:t>
            </a:r>
            <a:r>
              <a:rPr lang="en-US" sz="5000">
                <a:solidFill>
                  <a:schemeClr val="bg1"/>
                </a:solidFill>
                <a:latin typeface="Urdu Typesetting" panose="03020402040406030203" pitchFamily="66" charset="-78"/>
                <a:ea typeface="+mn-lt"/>
                <a:cs typeface="Urdu Typesetting" panose="03020402040406030203" pitchFamily="66" charset="-78"/>
              </a:rPr>
              <a:t> application </a:t>
            </a:r>
            <a:endParaRPr lang="en-US" sz="5000" b="1">
              <a:solidFill>
                <a:schemeClr val="bg1"/>
              </a:solidFill>
              <a:latin typeface="Urdu Typesetting" panose="03020402040406030203" pitchFamily="66" charset="-78"/>
              <a:ea typeface="+mn-lt"/>
              <a:cs typeface="Urdu Typesetting" panose="03020402040406030203" pitchFamily="66" charset="-78"/>
            </a:endParaRPr>
          </a:p>
          <a:p>
            <a:r>
              <a:rPr lang="en-US" sz="5000">
                <a:solidFill>
                  <a:schemeClr val="bg1"/>
                </a:solidFill>
                <a:latin typeface="Urdu Typesetting" panose="03020402040406030203" pitchFamily="66" charset="-78"/>
                <a:ea typeface="+mn-lt"/>
                <a:cs typeface="Urdu Typesetting" panose="03020402040406030203" pitchFamily="66" charset="-78"/>
              </a:rPr>
              <a:t>- </a:t>
            </a:r>
            <a:r>
              <a:rPr lang="en-US" sz="5000" b="1">
                <a:solidFill>
                  <a:srgbClr val="1155CC"/>
                </a:solidFill>
                <a:latin typeface="Urdu Typesetting" panose="03020402040406030203" pitchFamily="66" charset="-78"/>
                <a:ea typeface="+mn-lt"/>
                <a:cs typeface="Urdu Typesetting" panose="03020402040406030203" pitchFamily="66" charset="-78"/>
                <a:hlinkClick r:id="rId2"/>
              </a:rPr>
              <a:t>https://ai-hallucination-detector-m8ffq5xeappttirgcs23sbk.streamlit.app/</a:t>
            </a:r>
            <a:endParaRPr lang="en-US" sz="5000" b="1">
              <a:solidFill>
                <a:srgbClr val="1155CC"/>
              </a:solidFill>
              <a:latin typeface="Urdu Typesetting" panose="03020402040406030203" pitchFamily="66" charset="-78"/>
              <a:ea typeface="+mn-lt"/>
              <a:cs typeface="Urdu Typesetting" panose="03020402040406030203" pitchFamily="66" charset="-78"/>
            </a:endParaRPr>
          </a:p>
          <a:p>
            <a:pPr marL="285750" indent="-285750">
              <a:buFont typeface="Arial,Sans-Serif"/>
              <a:buChar char="•"/>
            </a:pPr>
            <a:r>
              <a:rPr lang="en-US" sz="5000">
                <a:solidFill>
                  <a:schemeClr val="bg1"/>
                </a:solidFill>
                <a:latin typeface="Urdu Typesetting" panose="03020402040406030203" pitchFamily="66" charset="-78"/>
                <a:ea typeface="+mn-lt"/>
                <a:cs typeface="Urdu Typesetting" panose="03020402040406030203" pitchFamily="66" charset="-78"/>
              </a:rPr>
              <a:t>Demonstrated how AI used responsibly can improve reliability and reduce misinformation</a:t>
            </a:r>
          </a:p>
          <a:p>
            <a:endParaRPr lang="en-US" sz="4000">
              <a:solidFill>
                <a:schemeClr val="bg1"/>
              </a:solidFill>
              <a:latin typeface="Arial"/>
              <a:cs typeface="Arial"/>
            </a:endParaRPr>
          </a:p>
        </p:txBody>
      </p:sp>
      <p:sp>
        <p:nvSpPr>
          <p:cNvPr id="47" name="Rectangle 46">
            <a:extLst>
              <a:ext uri="{FF2B5EF4-FFF2-40B4-BE49-F238E27FC236}">
                <a16:creationId xmlns:a16="http://schemas.microsoft.com/office/drawing/2014/main" id="{8161CB1A-2583-4C4B-AE75-3BE9BD8DA013}"/>
              </a:ext>
            </a:extLst>
          </p:cNvPr>
          <p:cNvSpPr/>
          <p:nvPr/>
        </p:nvSpPr>
        <p:spPr>
          <a:xfrm>
            <a:off x="33076483" y="6543631"/>
            <a:ext cx="82296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rIns="274320" rtlCol="0" anchor="ctr"/>
          <a:lstStyle/>
          <a:p>
            <a:r>
              <a:rPr lang="en-US" sz="3600">
                <a:solidFill>
                  <a:schemeClr val="accent5"/>
                </a:solidFill>
                <a:latin typeface="Amaranth" panose="02000503050000020004" pitchFamily="2" charset="0"/>
                <a:cs typeface="Times New Roman" pitchFamily="18" charset="0"/>
              </a:rPr>
              <a:t>Conclusion</a:t>
            </a:r>
          </a:p>
        </p:txBody>
      </p:sp>
      <p:sp>
        <p:nvSpPr>
          <p:cNvPr id="7" name="Rectangle 6">
            <a:extLst>
              <a:ext uri="{FF2B5EF4-FFF2-40B4-BE49-F238E27FC236}">
                <a16:creationId xmlns:a16="http://schemas.microsoft.com/office/drawing/2014/main" id="{479330EB-8CC1-84AD-C243-7522700C5279}"/>
              </a:ext>
            </a:extLst>
          </p:cNvPr>
          <p:cNvSpPr/>
          <p:nvPr/>
        </p:nvSpPr>
        <p:spPr>
          <a:xfrm>
            <a:off x="21771" y="0"/>
            <a:ext cx="31347656" cy="5066332"/>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5">
            <a:extLst>
              <a:ext uri="{FF2B5EF4-FFF2-40B4-BE49-F238E27FC236}">
                <a16:creationId xmlns:a16="http://schemas.microsoft.com/office/drawing/2014/main" id="{FF432C7B-7717-33E5-A849-FEBA466DFB61}"/>
              </a:ext>
            </a:extLst>
          </p:cNvPr>
          <p:cNvSpPr txBox="1"/>
          <p:nvPr/>
        </p:nvSpPr>
        <p:spPr>
          <a:xfrm>
            <a:off x="10243908" y="132549"/>
            <a:ext cx="20265534" cy="2937440"/>
          </a:xfrm>
          <a:prstGeom prst="rect">
            <a:avLst/>
          </a:prstGeom>
        </p:spPr>
        <p:txBody>
          <a:bodyPr lIns="0" tIns="0" rIns="0" bIns="0">
            <a:noAutofit/>
          </a:bodyPr>
          <a:lstStyle>
            <a:defPPr>
              <a:defRPr kern="1200"/>
            </a:defPPr>
            <a:lvl1pPr marL="0" marR="0" indent="0" algn="l" defTabSz="3783013" rtl="0" eaLnBrk="1" fontAlgn="auto" latinLnBrk="0" hangingPunct="1">
              <a:lnSpc>
                <a:spcPct val="100000"/>
              </a:lnSpc>
              <a:spcBef>
                <a:spcPts val="600"/>
              </a:spcBef>
              <a:spcAft>
                <a:spcPct val="0"/>
              </a:spcAft>
              <a:buClrTx/>
              <a:buSzTx/>
              <a:buFontTx/>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pPr algn="ctr" defTabSz="3761086">
              <a:spcBef>
                <a:spcPct val="20000"/>
              </a:spcBef>
              <a:defRPr/>
            </a:pPr>
            <a:r>
              <a:rPr lang="en-US" sz="9600">
                <a:solidFill>
                  <a:schemeClr val="bg1"/>
                </a:solidFill>
                <a:latin typeface="Urdu Typesetting" panose="03020402040406030203" pitchFamily="66" charset="-78"/>
                <a:cs typeface="Urdu Typesetting" panose="03020402040406030203" pitchFamily="66" charset="-78"/>
              </a:rPr>
              <a:t>AI &amp; Misinformation </a:t>
            </a:r>
            <a:r>
              <a:rPr lang="en-US" sz="9600" err="1">
                <a:solidFill>
                  <a:schemeClr val="bg1"/>
                </a:solidFill>
                <a:latin typeface="Urdu Typesetting" panose="03020402040406030203" pitchFamily="66" charset="-78"/>
                <a:cs typeface="Urdu Typesetting" panose="03020402040406030203" pitchFamily="66" charset="-78"/>
              </a:rPr>
              <a:t>RAGTruth</a:t>
            </a:r>
            <a:r>
              <a:rPr lang="en-US" sz="9600">
                <a:solidFill>
                  <a:schemeClr val="bg1"/>
                </a:solidFill>
                <a:latin typeface="Urdu Typesetting" panose="03020402040406030203" pitchFamily="66" charset="-78"/>
                <a:cs typeface="Urdu Typesetting" panose="03020402040406030203" pitchFamily="66" charset="-78"/>
              </a:rPr>
              <a:t> Modeling</a:t>
            </a:r>
          </a:p>
        </p:txBody>
      </p:sp>
      <p:sp>
        <p:nvSpPr>
          <p:cNvPr id="12" name="Text Placeholder 5">
            <a:extLst>
              <a:ext uri="{FF2B5EF4-FFF2-40B4-BE49-F238E27FC236}">
                <a16:creationId xmlns:a16="http://schemas.microsoft.com/office/drawing/2014/main" id="{C344E2A8-749B-353C-55EB-2FBF02A5F1C2}"/>
              </a:ext>
            </a:extLst>
          </p:cNvPr>
          <p:cNvSpPr txBox="1"/>
          <p:nvPr/>
        </p:nvSpPr>
        <p:spPr>
          <a:xfrm>
            <a:off x="12107539" y="3215263"/>
            <a:ext cx="16538271" cy="1723549"/>
          </a:xfrm>
          <a:prstGeom prst="rect">
            <a:avLst/>
          </a:prstGeom>
        </p:spPr>
        <p:txBody>
          <a:bodyPr wrap="square" lIns="0" tIns="0" rIns="0" bIns="0">
            <a:spAutoFit/>
          </a:bodyPr>
          <a:lstStyle>
            <a:defPPr>
              <a:defRPr kern="1200"/>
            </a:defPPr>
            <a:lvl1pPr marL="0" marR="0" indent="0" algn="l" defTabSz="3761086" rtl="0" eaLnBrk="1" fontAlgn="auto" latinLnBrk="0" hangingPunct="1">
              <a:lnSpc>
                <a:spcPct val="100000"/>
              </a:lnSpc>
              <a:spcBef>
                <a:spcPct val="20000"/>
              </a:spcBef>
              <a:spcAft>
                <a:spcPct val="0"/>
              </a:spcAft>
              <a:buClrTx/>
              <a:buSzTx/>
              <a:buFont typeface="Arial" pitchFamily="34" charset="0"/>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pPr algn="ctr">
              <a:defRPr/>
            </a:pPr>
            <a:r>
              <a:rPr lang="en-US" sz="5600">
                <a:solidFill>
                  <a:schemeClr val="bg1"/>
                </a:solidFill>
                <a:latin typeface="Urdu Typesetting" panose="020F0502020204030204" pitchFamily="66" charset="-78"/>
                <a:cs typeface="Urdu Typesetting" panose="020F0502020204030204" pitchFamily="66" charset="-78"/>
              </a:rPr>
              <a:t>Zooni </a:t>
            </a:r>
            <a:r>
              <a:rPr lang="en-US" sz="5600" err="1">
                <a:solidFill>
                  <a:schemeClr val="bg1"/>
                </a:solidFill>
                <a:latin typeface="Urdu Typesetting" panose="020F0502020204030204" pitchFamily="66" charset="-78"/>
                <a:cs typeface="Urdu Typesetting" panose="020F0502020204030204" pitchFamily="66" charset="-78"/>
              </a:rPr>
              <a:t>Affreene</a:t>
            </a:r>
            <a:r>
              <a:rPr lang="en-US" sz="5600">
                <a:solidFill>
                  <a:schemeClr val="bg1"/>
                </a:solidFill>
                <a:latin typeface="Urdu Typesetting" panose="020F0502020204030204" pitchFamily="66" charset="-78"/>
                <a:cs typeface="Urdu Typesetting" panose="020F0502020204030204" pitchFamily="66" charset="-78"/>
              </a:rPr>
              <a:t>, Keya Chaudhari, Javier Miramontes, and Bryce Blaylock | </a:t>
            </a:r>
            <a:r>
              <a:rPr lang="en-US" sz="5600" b="1">
                <a:solidFill>
                  <a:schemeClr val="bg1"/>
                </a:solidFill>
                <a:latin typeface="Urdu Typesetting" panose="020F0502020204030204" pitchFamily="66" charset="-78"/>
                <a:cs typeface="Urdu Typesetting" panose="020F0502020204030204" pitchFamily="66" charset="-78"/>
              </a:rPr>
              <a:t>August 2026</a:t>
            </a:r>
          </a:p>
        </p:txBody>
      </p:sp>
      <p:pic>
        <p:nvPicPr>
          <p:cNvPr id="13" name="Picture 12" descr="&quot;Neural Network&quot; Images – Browse 362,364 Stock Photos, Vectors, and Video | Adobe Stock">
            <a:extLst>
              <a:ext uri="{FF2B5EF4-FFF2-40B4-BE49-F238E27FC236}">
                <a16:creationId xmlns:a16="http://schemas.microsoft.com/office/drawing/2014/main" id="{9A5627AE-9C58-F263-D32D-FA861A0A5AB4}"/>
              </a:ext>
            </a:extLst>
          </p:cNvPr>
          <p:cNvPicPr>
            <a:picLocks noChangeAspect="1"/>
          </p:cNvPicPr>
          <p:nvPr/>
        </p:nvPicPr>
        <p:blipFill>
          <a:blip r:embed="rId3"/>
          <a:stretch>
            <a:fillRect/>
          </a:stretch>
        </p:blipFill>
        <p:spPr>
          <a:xfrm>
            <a:off x="31369427" y="12380"/>
            <a:ext cx="12532659" cy="5092410"/>
          </a:xfrm>
          <a:prstGeom prst="rect">
            <a:avLst/>
          </a:prstGeom>
          <a:ln>
            <a:noFill/>
          </a:ln>
        </p:spPr>
      </p:pic>
      <p:pic>
        <p:nvPicPr>
          <p:cNvPr id="8" name="Picture 7">
            <a:extLst>
              <a:ext uri="{FF2B5EF4-FFF2-40B4-BE49-F238E27FC236}">
                <a16:creationId xmlns:a16="http://schemas.microsoft.com/office/drawing/2014/main" id="{B4429DFB-FD37-0010-9516-7A4D41FCC84A}"/>
              </a:ext>
            </a:extLst>
          </p:cNvPr>
          <p:cNvPicPr>
            <a:picLocks noChangeAspect="1"/>
          </p:cNvPicPr>
          <p:nvPr/>
        </p:nvPicPr>
        <p:blipFill>
          <a:blip r:embed="rId4"/>
          <a:stretch>
            <a:fillRect/>
          </a:stretch>
        </p:blipFill>
        <p:spPr>
          <a:xfrm>
            <a:off x="1063308" y="17508532"/>
            <a:ext cx="9207965" cy="3731193"/>
          </a:xfrm>
          <a:prstGeom prst="rect">
            <a:avLst/>
          </a:prstGeom>
          <a:ln>
            <a:solidFill>
              <a:schemeClr val="bg1"/>
            </a:solidFill>
          </a:ln>
        </p:spPr>
      </p:pic>
      <p:pic>
        <p:nvPicPr>
          <p:cNvPr id="10" name="Picture 9">
            <a:extLst>
              <a:ext uri="{FF2B5EF4-FFF2-40B4-BE49-F238E27FC236}">
                <a16:creationId xmlns:a16="http://schemas.microsoft.com/office/drawing/2014/main" id="{E4645D2B-EEA4-B6DC-AB3D-ABE46AD41FC0}"/>
              </a:ext>
            </a:extLst>
          </p:cNvPr>
          <p:cNvPicPr>
            <a:picLocks noChangeAspect="1"/>
          </p:cNvPicPr>
          <p:nvPr/>
        </p:nvPicPr>
        <p:blipFill>
          <a:blip r:embed="rId5"/>
          <a:stretch>
            <a:fillRect/>
          </a:stretch>
        </p:blipFill>
        <p:spPr>
          <a:xfrm>
            <a:off x="1103192" y="22147698"/>
            <a:ext cx="9207965" cy="4303471"/>
          </a:xfrm>
          <a:prstGeom prst="rect">
            <a:avLst/>
          </a:prstGeom>
        </p:spPr>
      </p:pic>
      <p:pic>
        <p:nvPicPr>
          <p:cNvPr id="11" name="Picture 10">
            <a:extLst>
              <a:ext uri="{FF2B5EF4-FFF2-40B4-BE49-F238E27FC236}">
                <a16:creationId xmlns:a16="http://schemas.microsoft.com/office/drawing/2014/main" id="{03EF9E2C-9E0D-580A-D6CD-5E5F468F6EBE}"/>
              </a:ext>
            </a:extLst>
          </p:cNvPr>
          <p:cNvPicPr>
            <a:picLocks noChangeAspect="1"/>
          </p:cNvPicPr>
          <p:nvPr/>
        </p:nvPicPr>
        <p:blipFill>
          <a:blip r:embed="rId6"/>
          <a:stretch>
            <a:fillRect/>
          </a:stretch>
        </p:blipFill>
        <p:spPr>
          <a:xfrm>
            <a:off x="1124513" y="27259519"/>
            <a:ext cx="9118454" cy="4473049"/>
          </a:xfrm>
          <a:prstGeom prst="rect">
            <a:avLst/>
          </a:prstGeom>
        </p:spPr>
      </p:pic>
      <p:pic>
        <p:nvPicPr>
          <p:cNvPr id="14" name="Picture 13">
            <a:extLst>
              <a:ext uri="{FF2B5EF4-FFF2-40B4-BE49-F238E27FC236}">
                <a16:creationId xmlns:a16="http://schemas.microsoft.com/office/drawing/2014/main" id="{47C16648-7393-73CE-C1AD-2B74BDF6F1F6}"/>
              </a:ext>
            </a:extLst>
          </p:cNvPr>
          <p:cNvPicPr>
            <a:picLocks noChangeAspect="1"/>
          </p:cNvPicPr>
          <p:nvPr/>
        </p:nvPicPr>
        <p:blipFill>
          <a:blip r:embed="rId7"/>
          <a:stretch>
            <a:fillRect/>
          </a:stretch>
        </p:blipFill>
        <p:spPr>
          <a:xfrm>
            <a:off x="62284" y="0"/>
            <a:ext cx="10602097" cy="1869139"/>
          </a:xfrm>
          <a:prstGeom prst="rect">
            <a:avLst/>
          </a:prstGeom>
        </p:spPr>
      </p:pic>
      <p:pic>
        <p:nvPicPr>
          <p:cNvPr id="16" name="Picture 15" descr="San Jose State Logo Powerlifting San Jose State University Club">
            <a:extLst>
              <a:ext uri="{FF2B5EF4-FFF2-40B4-BE49-F238E27FC236}">
                <a16:creationId xmlns:a16="http://schemas.microsoft.com/office/drawing/2014/main" id="{97234F4C-ACF5-9B45-660E-608C603F3819}"/>
              </a:ext>
            </a:extLst>
          </p:cNvPr>
          <p:cNvPicPr>
            <a:picLocks noChangeAspect="1"/>
          </p:cNvPicPr>
          <p:nvPr/>
        </p:nvPicPr>
        <p:blipFill>
          <a:blip r:embed="rId8"/>
          <a:stretch>
            <a:fillRect/>
          </a:stretch>
        </p:blipFill>
        <p:spPr>
          <a:xfrm>
            <a:off x="160006" y="2063276"/>
            <a:ext cx="4030994" cy="2912084"/>
          </a:xfrm>
          <a:prstGeom prst="rect">
            <a:avLst/>
          </a:prstGeom>
        </p:spPr>
      </p:pic>
      <p:pic>
        <p:nvPicPr>
          <p:cNvPr id="17" name="Picture 16" descr="Northeastern University: Ranking, Courses and Fees, Requirement ...">
            <a:extLst>
              <a:ext uri="{FF2B5EF4-FFF2-40B4-BE49-F238E27FC236}">
                <a16:creationId xmlns:a16="http://schemas.microsoft.com/office/drawing/2014/main" id="{0BB03DCF-72CF-8D77-882F-6681252A9767}"/>
              </a:ext>
            </a:extLst>
          </p:cNvPr>
          <p:cNvPicPr>
            <a:picLocks noChangeAspect="1"/>
          </p:cNvPicPr>
          <p:nvPr/>
        </p:nvPicPr>
        <p:blipFill>
          <a:blip r:embed="rId9"/>
          <a:stretch>
            <a:fillRect/>
          </a:stretch>
        </p:blipFill>
        <p:spPr>
          <a:xfrm>
            <a:off x="4419379" y="2063276"/>
            <a:ext cx="2912084" cy="2912084"/>
          </a:xfrm>
          <a:prstGeom prst="rect">
            <a:avLst/>
          </a:prstGeom>
        </p:spPr>
      </p:pic>
      <p:pic>
        <p:nvPicPr>
          <p:cNvPr id="18" name="Picture 17" descr="Uc Merced Logo">
            <a:extLst>
              <a:ext uri="{FF2B5EF4-FFF2-40B4-BE49-F238E27FC236}">
                <a16:creationId xmlns:a16="http://schemas.microsoft.com/office/drawing/2014/main" id="{1FA8E4B5-D411-04F7-8A84-839A96B252D1}"/>
              </a:ext>
            </a:extLst>
          </p:cNvPr>
          <p:cNvPicPr>
            <a:picLocks noChangeAspect="1"/>
          </p:cNvPicPr>
          <p:nvPr/>
        </p:nvPicPr>
        <p:blipFill>
          <a:blip r:embed="rId10"/>
          <a:stretch>
            <a:fillRect/>
          </a:stretch>
        </p:blipFill>
        <p:spPr>
          <a:xfrm>
            <a:off x="7559842" y="2055255"/>
            <a:ext cx="2912084" cy="2912084"/>
          </a:xfrm>
          <a:prstGeom prst="rect">
            <a:avLst/>
          </a:prstGeom>
        </p:spPr>
      </p:pic>
      <p:sp>
        <p:nvSpPr>
          <p:cNvPr id="20" name="TextBox 19">
            <a:extLst>
              <a:ext uri="{FF2B5EF4-FFF2-40B4-BE49-F238E27FC236}">
                <a16:creationId xmlns:a16="http://schemas.microsoft.com/office/drawing/2014/main" id="{04741EE9-85BF-B399-9083-879B106A5A74}"/>
              </a:ext>
            </a:extLst>
          </p:cNvPr>
          <p:cNvSpPr txBox="1"/>
          <p:nvPr/>
        </p:nvSpPr>
        <p:spPr>
          <a:xfrm>
            <a:off x="11780213" y="25851512"/>
            <a:ext cx="9479587" cy="6247864"/>
          </a:xfrm>
          <a:prstGeom prst="rect">
            <a:avLst/>
          </a:prstGeom>
          <a:noFill/>
        </p:spPr>
        <p:txBody>
          <a:bodyPr wrap="square" rtlCol="0">
            <a:spAutoFit/>
          </a:bodyPr>
          <a:lstStyle/>
          <a:p>
            <a:pPr lvl="0"/>
            <a:r>
              <a:rPr lang="en-US" sz="2500" b="1">
                <a:solidFill>
                  <a:schemeClr val="bg1"/>
                </a:solidFill>
                <a:latin typeface="Urdu Typesetting" panose="03020402040406030203" pitchFamily="66" charset="-78"/>
                <a:cs typeface="Urdu Typesetting" panose="03020402040406030203" pitchFamily="66" charset="-78"/>
              </a:rPr>
              <a:t>Machine Learning Algorithm(s) Strategy</a:t>
            </a:r>
          </a:p>
          <a:p>
            <a:pPr marL="342900" lvl="0" indent="-342900">
              <a:buFont typeface="Wingdings" panose="05000000000000000000" pitchFamily="2" charset="2"/>
              <a:buChar char="§"/>
            </a:pPr>
            <a:r>
              <a:rPr lang="en-US" sz="2500" b="1">
                <a:solidFill>
                  <a:schemeClr val="bg1"/>
                </a:solidFill>
                <a:latin typeface="Urdu Typesetting" panose="03020402040406030203" pitchFamily="66" charset="-78"/>
                <a:cs typeface="Urdu Typesetting" panose="03020402040406030203" pitchFamily="66" charset="-78"/>
              </a:rPr>
              <a:t>Logistic Regression</a:t>
            </a:r>
          </a:p>
          <a:p>
            <a:pPr marL="800100" lvl="1" indent="-342900">
              <a:buFont typeface="Wingdings" panose="05000000000000000000" pitchFamily="2" charset="2"/>
              <a:buChar char="§"/>
            </a:pPr>
            <a:r>
              <a:rPr lang="en-US" sz="2500" b="1">
                <a:solidFill>
                  <a:schemeClr val="bg1"/>
                </a:solidFill>
                <a:latin typeface="Urdu Typesetting" panose="03020402040406030203" pitchFamily="66" charset="-78"/>
                <a:cs typeface="Urdu Typesetting" panose="03020402040406030203" pitchFamily="66" charset="-78"/>
              </a:rPr>
              <a:t>Type: Supervised Learning | Binary Classification</a:t>
            </a:r>
          </a:p>
          <a:p>
            <a:pPr marL="800100" lvl="1" indent="-342900">
              <a:buFont typeface="Wingdings" panose="05000000000000000000" pitchFamily="2" charset="2"/>
              <a:buChar char="§"/>
            </a:pPr>
            <a:r>
              <a:rPr lang="en-US" sz="2500" b="1">
                <a:solidFill>
                  <a:schemeClr val="bg1"/>
                </a:solidFill>
                <a:latin typeface="Urdu Typesetting" panose="03020402040406030203" pitchFamily="66" charset="-78"/>
                <a:cs typeface="Urdu Typesetting" panose="03020402040406030203" pitchFamily="66" charset="-78"/>
              </a:rPr>
              <a:t>Input: TF-IDF Features</a:t>
            </a:r>
          </a:p>
          <a:p>
            <a:pPr marL="800100" lvl="1" indent="-342900">
              <a:buFont typeface="Wingdings" panose="05000000000000000000" pitchFamily="2" charset="2"/>
              <a:buChar char="§"/>
            </a:pPr>
            <a:r>
              <a:rPr lang="en-US" sz="2500" b="1">
                <a:solidFill>
                  <a:schemeClr val="bg1"/>
                </a:solidFill>
                <a:latin typeface="Urdu Typesetting" panose="03020402040406030203" pitchFamily="66" charset="-78"/>
                <a:cs typeface="Urdu Typesetting" panose="03020402040406030203" pitchFamily="66" charset="-78"/>
              </a:rPr>
              <a:t>Output: Hallucinated / Factual</a:t>
            </a:r>
          </a:p>
          <a:p>
            <a:pPr marL="800100" lvl="1" indent="-342900">
              <a:buFont typeface="Wingdings" panose="05000000000000000000" pitchFamily="2" charset="2"/>
              <a:buChar char="§"/>
            </a:pPr>
            <a:r>
              <a:rPr lang="en-US" sz="2500" b="1">
                <a:solidFill>
                  <a:schemeClr val="bg1"/>
                </a:solidFill>
                <a:latin typeface="Urdu Typesetting" panose="03020402040406030203" pitchFamily="66" charset="-78"/>
                <a:cs typeface="Urdu Typesetting" panose="03020402040406030203" pitchFamily="66" charset="-78"/>
              </a:rPr>
              <a:t>Pros:/Cons</a:t>
            </a:r>
          </a:p>
          <a:p>
            <a:pPr marL="1257300" lvl="2" indent="-342900">
              <a:buFont typeface="Wingdings" panose="05000000000000000000" pitchFamily="2" charset="2"/>
              <a:buChar char="§"/>
            </a:pPr>
            <a:r>
              <a:rPr lang="en-US" sz="2500" b="1">
                <a:solidFill>
                  <a:schemeClr val="bg1"/>
                </a:solidFill>
                <a:latin typeface="Urdu Typesetting" panose="03020402040406030203" pitchFamily="66" charset="-78"/>
                <a:cs typeface="Urdu Typesetting" panose="03020402040406030203" pitchFamily="66" charset="-78"/>
              </a:rPr>
              <a:t>Fast, highly interpretable, and delivers strong baseline accuracy</a:t>
            </a:r>
          </a:p>
          <a:p>
            <a:pPr marL="1257300" lvl="2" indent="-342900">
              <a:buFont typeface="Wingdings" panose="05000000000000000000" pitchFamily="2" charset="2"/>
              <a:buChar char="§"/>
            </a:pPr>
            <a:r>
              <a:rPr lang="en-US" sz="2500" b="1">
                <a:solidFill>
                  <a:schemeClr val="bg1"/>
                </a:solidFill>
                <a:latin typeface="Urdu Typesetting" panose="03020402040406030203" pitchFamily="66" charset="-78"/>
                <a:cs typeface="Urdu Typesetting" panose="03020402040406030203" pitchFamily="66" charset="-78"/>
              </a:rPr>
              <a:t>Limitations: Assumes linear relationship between features</a:t>
            </a:r>
          </a:p>
          <a:p>
            <a:pPr lvl="2"/>
            <a:endParaRPr lang="en-US" sz="2500" b="1">
              <a:solidFill>
                <a:schemeClr val="bg1"/>
              </a:solidFill>
              <a:latin typeface="Urdu Typesetting" panose="03020402040406030203" pitchFamily="66" charset="-78"/>
              <a:cs typeface="Urdu Typesetting" panose="03020402040406030203" pitchFamily="66" charset="-78"/>
            </a:endParaRPr>
          </a:p>
          <a:p>
            <a:pPr marL="342900" lvl="0" indent="-342900">
              <a:buFont typeface="Wingdings" panose="05000000000000000000" pitchFamily="2" charset="2"/>
              <a:buChar char="§"/>
            </a:pPr>
            <a:r>
              <a:rPr lang="en-US" sz="2500" b="1">
                <a:solidFill>
                  <a:schemeClr val="bg1"/>
                </a:solidFill>
                <a:latin typeface="Urdu Typesetting" panose="03020402040406030203" pitchFamily="66" charset="-78"/>
                <a:cs typeface="Urdu Typesetting" panose="03020402040406030203" pitchFamily="66" charset="-78"/>
              </a:rPr>
              <a:t>Decision Tree</a:t>
            </a:r>
          </a:p>
          <a:p>
            <a:pPr marL="800100" lvl="1" indent="-342900">
              <a:buFont typeface="Wingdings" panose="05000000000000000000" pitchFamily="2" charset="2"/>
              <a:buChar char="§"/>
            </a:pPr>
            <a:r>
              <a:rPr lang="en-US" sz="2500" b="1">
                <a:solidFill>
                  <a:schemeClr val="bg1"/>
                </a:solidFill>
                <a:latin typeface="Urdu Typesetting" panose="03020402040406030203" pitchFamily="66" charset="-78"/>
                <a:cs typeface="Urdu Typesetting" panose="03020402040406030203" pitchFamily="66" charset="-78"/>
              </a:rPr>
              <a:t>Type: Supervised Learning | Binary Classification </a:t>
            </a:r>
          </a:p>
          <a:p>
            <a:pPr marL="800100" lvl="1" indent="-342900">
              <a:buFont typeface="Wingdings" panose="05000000000000000000" pitchFamily="2" charset="2"/>
              <a:buChar char="§"/>
            </a:pPr>
            <a:r>
              <a:rPr lang="en-US" sz="2500" b="1">
                <a:solidFill>
                  <a:schemeClr val="bg1"/>
                </a:solidFill>
                <a:latin typeface="Urdu Typesetting" panose="03020402040406030203" pitchFamily="66" charset="-78"/>
                <a:cs typeface="Urdu Typesetting" panose="03020402040406030203" pitchFamily="66" charset="-78"/>
              </a:rPr>
              <a:t>Pros: Very easy to interpret, map visually, and explain to stakeholders </a:t>
            </a:r>
          </a:p>
          <a:p>
            <a:pPr marL="800100" lvl="1" indent="-342900">
              <a:buFont typeface="Wingdings" panose="05000000000000000000" pitchFamily="2" charset="2"/>
              <a:buChar char="§"/>
            </a:pPr>
            <a:r>
              <a:rPr lang="en-US" sz="2500" b="1">
                <a:solidFill>
                  <a:schemeClr val="bg1"/>
                </a:solidFill>
                <a:latin typeface="Urdu Typesetting" panose="03020402040406030203" pitchFamily="66" charset="-78"/>
                <a:cs typeface="Urdu Typesetting" panose="03020402040406030203" pitchFamily="66" charset="-78"/>
              </a:rPr>
              <a:t>Cons: High risk of overfitting, especially with high-dimensional data</a:t>
            </a:r>
          </a:p>
        </p:txBody>
      </p:sp>
      <p:sp>
        <p:nvSpPr>
          <p:cNvPr id="21" name="TextBox 20">
            <a:extLst>
              <a:ext uri="{FF2B5EF4-FFF2-40B4-BE49-F238E27FC236}">
                <a16:creationId xmlns:a16="http://schemas.microsoft.com/office/drawing/2014/main" id="{0A3EB99A-B5C8-1D5A-48AB-DCEBF8BC3BDE}"/>
              </a:ext>
            </a:extLst>
          </p:cNvPr>
          <p:cNvSpPr txBox="1"/>
          <p:nvPr/>
        </p:nvSpPr>
        <p:spPr>
          <a:xfrm>
            <a:off x="1427489" y="21288627"/>
            <a:ext cx="8479601" cy="830997"/>
          </a:xfrm>
          <a:prstGeom prst="rect">
            <a:avLst/>
          </a:prstGeom>
          <a:noFill/>
        </p:spPr>
        <p:txBody>
          <a:bodyPr wrap="square" rtlCol="0">
            <a:spAutoFit/>
          </a:bodyPr>
          <a:lstStyle/>
          <a:p>
            <a:r>
              <a:rPr lang="en-US" sz="2400" b="1">
                <a:solidFill>
                  <a:schemeClr val="bg1"/>
                </a:solidFill>
                <a:latin typeface="Urdu Typesetting" panose="03020402040406030203" pitchFamily="66" charset="-78"/>
                <a:cs typeface="Urdu Typesetting" panose="03020402040406030203" pitchFamily="66" charset="-78"/>
              </a:rPr>
              <a:t>Fig 1. Number of Hallucinated Responses by Model . This graph shows GPT-4 generated the fewest hallucinations</a:t>
            </a:r>
          </a:p>
        </p:txBody>
      </p:sp>
      <p:sp>
        <p:nvSpPr>
          <p:cNvPr id="25" name="TextBox 24">
            <a:extLst>
              <a:ext uri="{FF2B5EF4-FFF2-40B4-BE49-F238E27FC236}">
                <a16:creationId xmlns:a16="http://schemas.microsoft.com/office/drawing/2014/main" id="{03704766-0B6E-D964-536D-3B2BE95D4BAC}"/>
              </a:ext>
            </a:extLst>
          </p:cNvPr>
          <p:cNvSpPr txBox="1"/>
          <p:nvPr/>
        </p:nvSpPr>
        <p:spPr>
          <a:xfrm>
            <a:off x="1731282" y="26396438"/>
            <a:ext cx="8479601" cy="830997"/>
          </a:xfrm>
          <a:prstGeom prst="rect">
            <a:avLst/>
          </a:prstGeom>
          <a:noFill/>
        </p:spPr>
        <p:txBody>
          <a:bodyPr wrap="square" rtlCol="0">
            <a:spAutoFit/>
          </a:bodyPr>
          <a:lstStyle/>
          <a:p>
            <a:r>
              <a:rPr lang="en-US" sz="2400" b="1">
                <a:solidFill>
                  <a:schemeClr val="bg1"/>
                </a:solidFill>
                <a:latin typeface="Urdu Typesetting" panose="03020402040406030203" pitchFamily="66" charset="-78"/>
                <a:cs typeface="Urdu Typesetting" panose="03020402040406030203" pitchFamily="66" charset="-78"/>
              </a:rPr>
              <a:t>Fig  2. Logistic Regression Feature Importance. Uses coefficient weights to identify influential TF-IDF features</a:t>
            </a:r>
          </a:p>
        </p:txBody>
      </p:sp>
      <p:sp>
        <p:nvSpPr>
          <p:cNvPr id="27" name="TextBox 26">
            <a:extLst>
              <a:ext uri="{FF2B5EF4-FFF2-40B4-BE49-F238E27FC236}">
                <a16:creationId xmlns:a16="http://schemas.microsoft.com/office/drawing/2014/main" id="{56FB93B2-B02B-ACC8-5BDC-3556CFB07B3C}"/>
              </a:ext>
            </a:extLst>
          </p:cNvPr>
          <p:cNvSpPr txBox="1"/>
          <p:nvPr/>
        </p:nvSpPr>
        <p:spPr>
          <a:xfrm>
            <a:off x="1467373" y="31679067"/>
            <a:ext cx="8479601" cy="830997"/>
          </a:xfrm>
          <a:prstGeom prst="rect">
            <a:avLst/>
          </a:prstGeom>
          <a:noFill/>
        </p:spPr>
        <p:txBody>
          <a:bodyPr wrap="square" rtlCol="0">
            <a:spAutoFit/>
          </a:bodyPr>
          <a:lstStyle/>
          <a:p>
            <a:r>
              <a:rPr lang="en-US" sz="2400" b="1">
                <a:solidFill>
                  <a:schemeClr val="bg1"/>
                </a:solidFill>
                <a:latin typeface="Urdu Typesetting" panose="03020402040406030203" pitchFamily="66" charset="-78"/>
                <a:cs typeface="Urdu Typesetting" panose="03020402040406030203" pitchFamily="66" charset="-78"/>
              </a:rPr>
              <a:t>Fig  3. Decision Tree Feature Importance. Uses feature importance scores to rank influential TF-IDF features</a:t>
            </a:r>
          </a:p>
        </p:txBody>
      </p:sp>
      <p:sp>
        <p:nvSpPr>
          <p:cNvPr id="29" name="Rectangle 28">
            <a:extLst>
              <a:ext uri="{FF2B5EF4-FFF2-40B4-BE49-F238E27FC236}">
                <a16:creationId xmlns:a16="http://schemas.microsoft.com/office/drawing/2014/main" id="{DAF63966-BB20-B951-1828-DB84ED896A67}"/>
              </a:ext>
            </a:extLst>
          </p:cNvPr>
          <p:cNvSpPr/>
          <p:nvPr/>
        </p:nvSpPr>
        <p:spPr>
          <a:xfrm>
            <a:off x="33083135" y="18765583"/>
            <a:ext cx="82296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rIns="274320" rtlCol="0" anchor="ctr"/>
          <a:lstStyle/>
          <a:p>
            <a:r>
              <a:rPr lang="en-US" sz="3600">
                <a:solidFill>
                  <a:schemeClr val="accent5"/>
                </a:solidFill>
                <a:latin typeface="Amaranth" panose="02000503050000020004" pitchFamily="2" charset="0"/>
                <a:cs typeface="Times New Roman" pitchFamily="18" charset="0"/>
              </a:rPr>
              <a:t>Bibliography</a:t>
            </a:r>
          </a:p>
        </p:txBody>
      </p:sp>
      <p:sp>
        <p:nvSpPr>
          <p:cNvPr id="31" name="TextBox 30">
            <a:extLst>
              <a:ext uri="{FF2B5EF4-FFF2-40B4-BE49-F238E27FC236}">
                <a16:creationId xmlns:a16="http://schemas.microsoft.com/office/drawing/2014/main" id="{2F526678-9218-B882-2CBA-AA47F2D78427}"/>
              </a:ext>
            </a:extLst>
          </p:cNvPr>
          <p:cNvSpPr txBox="1"/>
          <p:nvPr/>
        </p:nvSpPr>
        <p:spPr>
          <a:xfrm>
            <a:off x="33215160" y="19853800"/>
            <a:ext cx="9670750" cy="10556736"/>
          </a:xfrm>
          <a:prstGeom prst="rect">
            <a:avLst/>
          </a:prstGeom>
          <a:noFill/>
        </p:spPr>
        <p:txBody>
          <a:bodyPr wrap="square" lIns="91440" tIns="45720" rIns="91440" bIns="45720" rtlCol="0" anchor="t">
            <a:spAutoFit/>
          </a:bodyPr>
          <a:lstStyle/>
          <a:p>
            <a:pPr lvl="0" fontAlgn="base"/>
            <a:r>
              <a:rPr lang="en-US" sz="4000">
                <a:solidFill>
                  <a:schemeClr val="bg1"/>
                </a:solidFill>
                <a:latin typeface="Urdu Typesetting" panose="03020402040406030203" pitchFamily="66" charset="-78"/>
                <a:cs typeface="Urdu Typesetting" panose="03020402040406030203" pitchFamily="66" charset="-78"/>
              </a:rPr>
              <a:t>Niu, C., Wu, Y., Zhu, J., Xu, S., Shum, K., Zhong, R., … Zhang, T. (n.d.). </a:t>
            </a:r>
            <a:r>
              <a:rPr lang="en-US" sz="4000" err="1">
                <a:solidFill>
                  <a:schemeClr val="bg1"/>
                </a:solidFill>
                <a:latin typeface="Urdu Typesetting" panose="03020402040406030203" pitchFamily="66" charset="-78"/>
                <a:cs typeface="Urdu Typesetting" panose="03020402040406030203" pitchFamily="66" charset="-78"/>
              </a:rPr>
              <a:t>Ragtruth</a:t>
            </a:r>
            <a:r>
              <a:rPr lang="en-US" sz="4000">
                <a:solidFill>
                  <a:schemeClr val="bg1"/>
                </a:solidFill>
                <a:latin typeface="Urdu Typesetting" panose="03020402040406030203" pitchFamily="66" charset="-78"/>
                <a:cs typeface="Urdu Typesetting" panose="03020402040406030203" pitchFamily="66" charset="-78"/>
              </a:rPr>
              <a:t>: A hallucination corpus for developing trustworthy retrieval-augmented language models. Retrieved from </a:t>
            </a:r>
            <a:r>
              <a:rPr lang="en-US" sz="4000" u="sng">
                <a:solidFill>
                  <a:schemeClr val="bg1"/>
                </a:solidFill>
                <a:latin typeface="Urdu Typesetting" panose="03020402040406030203" pitchFamily="66" charset="-78"/>
                <a:cs typeface="Urdu Typesetting" panose="03020402040406030203" pitchFamily="66" charset="-78"/>
                <a:hlinkClick r:id="rId11">
                  <a:extLst>
                    <a:ext uri="{A12FA001-AC4F-418D-AE19-62706E023703}">
                      <ahyp:hlinkClr xmlns:ahyp="http://schemas.microsoft.com/office/drawing/2018/hyperlinkcolor" val="tx"/>
                    </a:ext>
                  </a:extLst>
                </a:hlinkClick>
              </a:rPr>
              <a:t>https://aclanthology.org/2024.acl-long.585/</a:t>
            </a:r>
            <a:endParaRPr lang="en-US" sz="4000">
              <a:solidFill>
                <a:schemeClr val="bg1"/>
              </a:solidFill>
              <a:latin typeface="Urdu Typesetting" panose="03020402040406030203" pitchFamily="66" charset="-78"/>
              <a:cs typeface="Urdu Typesetting" panose="03020402040406030203" pitchFamily="66" charset="-78"/>
            </a:endParaRPr>
          </a:p>
          <a:p>
            <a:pPr lvl="0" fontAlgn="base"/>
            <a:r>
              <a:rPr lang="en-US" sz="4000">
                <a:solidFill>
                  <a:schemeClr val="bg1"/>
                </a:solidFill>
                <a:latin typeface="Urdu Typesetting" panose="03020402040406030203" pitchFamily="66" charset="-78"/>
                <a:cs typeface="Urdu Typesetting" panose="03020402040406030203" pitchFamily="66" charset="-78"/>
              </a:rPr>
              <a:t>Ji, Z., Lee, N., </a:t>
            </a:r>
            <a:r>
              <a:rPr lang="en-US" sz="4000" err="1">
                <a:solidFill>
                  <a:schemeClr val="bg1"/>
                </a:solidFill>
                <a:latin typeface="Urdu Typesetting" panose="03020402040406030203" pitchFamily="66" charset="-78"/>
                <a:cs typeface="Urdu Typesetting" panose="03020402040406030203" pitchFamily="66" charset="-78"/>
              </a:rPr>
              <a:t>Frieske</a:t>
            </a:r>
            <a:r>
              <a:rPr lang="en-US" sz="4000">
                <a:solidFill>
                  <a:schemeClr val="bg1"/>
                </a:solidFill>
                <a:latin typeface="Urdu Typesetting" panose="03020402040406030203" pitchFamily="66" charset="-78"/>
                <a:cs typeface="Urdu Typesetting" panose="03020402040406030203" pitchFamily="66" charset="-78"/>
              </a:rPr>
              <a:t>, R., Yu, T., Su, D., Xu, Y., … Fung, P. (2024). Survey of hallucination in natural language generation. Retrieved from </a:t>
            </a:r>
            <a:r>
              <a:rPr lang="en-US" sz="4000" u="sng">
                <a:solidFill>
                  <a:schemeClr val="bg1"/>
                </a:solidFill>
                <a:latin typeface="Urdu Typesetting" panose="03020402040406030203" pitchFamily="66" charset="-78"/>
                <a:cs typeface="Urdu Typesetting" panose="03020402040406030203" pitchFamily="66" charset="-78"/>
                <a:hlinkClick r:id="rId12">
                  <a:extLst>
                    <a:ext uri="{A12FA001-AC4F-418D-AE19-62706E023703}">
                      <ahyp:hlinkClr xmlns:ahyp="http://schemas.microsoft.com/office/drawing/2018/hyperlinkcolor" val="tx"/>
                    </a:ext>
                  </a:extLst>
                </a:hlinkClick>
              </a:rPr>
              <a:t>https://arxiv.org/abs/2202.03629</a:t>
            </a:r>
            <a:endParaRPr lang="en-US" sz="4000">
              <a:solidFill>
                <a:schemeClr val="bg1"/>
              </a:solidFill>
              <a:latin typeface="Urdu Typesetting" panose="03020402040406030203" pitchFamily="66" charset="-78"/>
              <a:cs typeface="Urdu Typesetting" panose="03020402040406030203" pitchFamily="66" charset="-78"/>
            </a:endParaRPr>
          </a:p>
          <a:p>
            <a:pPr lvl="0" fontAlgn="base"/>
            <a:r>
              <a:rPr lang="en-US" sz="4000">
                <a:solidFill>
                  <a:schemeClr val="bg1"/>
                </a:solidFill>
                <a:latin typeface="Urdu Typesetting" panose="03020402040406030203" pitchFamily="66" charset="-78"/>
                <a:cs typeface="Urdu Typesetting" panose="03020402040406030203" pitchFamily="66" charset="-78"/>
              </a:rPr>
              <a:t>Huang, L., Yu, W., Ma, W., Zhong, W., Feng, Z., Wang, H., … Liu, T. (2024). A survey on hallucination in large language models: Principles, taxonomy, Challenges, and open questions. Retrieved from </a:t>
            </a:r>
            <a:r>
              <a:rPr lang="en-US" sz="4000" u="sng">
                <a:solidFill>
                  <a:schemeClr val="bg1"/>
                </a:solidFill>
                <a:latin typeface="Urdu Typesetting" panose="03020402040406030203" pitchFamily="66" charset="-78"/>
                <a:cs typeface="Urdu Typesetting" panose="03020402040406030203" pitchFamily="66" charset="-78"/>
                <a:hlinkClick r:id="rId13">
                  <a:extLst>
                    <a:ext uri="{A12FA001-AC4F-418D-AE19-62706E023703}">
                      <ahyp:hlinkClr xmlns:ahyp="http://schemas.microsoft.com/office/drawing/2018/hyperlinkcolor" val="tx"/>
                    </a:ext>
                  </a:extLst>
                </a:hlinkClick>
              </a:rPr>
              <a:t>https://arxiv.org/abs/2311.05232</a:t>
            </a:r>
            <a:endParaRPr lang="en-US" sz="4000">
              <a:solidFill>
                <a:schemeClr val="bg1"/>
              </a:solidFill>
              <a:latin typeface="Urdu Typesetting" panose="03020402040406030203" pitchFamily="66" charset="-78"/>
              <a:cs typeface="Urdu Typesetting" panose="03020402040406030203" pitchFamily="66" charset="-78"/>
            </a:endParaRPr>
          </a:p>
          <a:p>
            <a:endParaRPr lang="en-US" sz="4000">
              <a:solidFill>
                <a:schemeClr val="bg1"/>
              </a:solidFill>
              <a:latin typeface="Arial"/>
              <a:cs typeface="Arial"/>
            </a:endParaRPr>
          </a:p>
        </p:txBody>
      </p:sp>
    </p:spTree>
    <p:extLst>
      <p:ext uri="{BB962C8B-B14F-4D97-AF65-F5344CB8AC3E}">
        <p14:creationId xmlns:p14="http://schemas.microsoft.com/office/powerpoint/2010/main" val="257429782"/>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ruminativemauve|08-2022"/>
</p:tagLst>
</file>

<file path=ppt/theme/theme1.xml><?xml version="1.0" encoding="utf-8"?>
<a:theme xmlns:a="http://schemas.openxmlformats.org/drawingml/2006/main" name="Dark Gradient">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 id="{E11C298A-C952-4C7C-AD82-FDE632A020A2}" vid="{C429265E-EED5-40F2-8F51-E02F8E47A731}"/>
    </a:ext>
  </a:extLst>
</a:theme>
</file>

<file path=docProps/app.xml><?xml version="1.0" encoding="utf-8"?>
<Properties xmlns="http://schemas.openxmlformats.org/officeDocument/2006/extended-properties" xmlns:vt="http://schemas.openxmlformats.org/officeDocument/2006/docPropsVTypes">
  <Template>Dark Gradient</Template>
  <Application>Microsoft Office PowerPoint</Application>
  <PresentationFormat>Custom</PresentationFormat>
  <Slides>1</Slides>
  <Notes>0</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Dark Gradient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Andrew</dc:creator>
  <cp:revision>3</cp:revision>
  <dcterms:created xsi:type="dcterms:W3CDTF">2012-07-09T21:51:14Z</dcterms:created>
  <dcterms:modified xsi:type="dcterms:W3CDTF">2026-08-14T06:16:20Z</dcterms:modified>
</cp:coreProperties>
</file>